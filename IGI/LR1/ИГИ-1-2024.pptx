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21.png" ContentType="image/png"/>
  <Override PartName="/ppt/media/image58.png" ContentType="image/png"/>
  <Override PartName="/ppt/media/image19.png" ContentType="image/png"/>
  <Override PartName="/ppt/media/image14.png" ContentType="image/png"/>
  <Override PartName="/ppt/media/image5.png" ContentType="image/png"/>
  <Override PartName="/ppt/media/image37.png" ContentType="image/png"/>
  <Override PartName="/ppt/media/image15.png" ContentType="image/png"/>
  <Override PartName="/ppt/media/image6.png" ContentType="image/png"/>
  <Override PartName="/ppt/media/image38.png" ContentType="image/png"/>
  <Override PartName="/ppt/media/image1.png" ContentType="image/png"/>
  <Override PartName="/ppt/media/image33.png" ContentType="image/png"/>
  <Override PartName="/ppt/media/image10.png" ContentType="image/png"/>
  <Override PartName="/ppt/media/image47.png" ContentType="image/png"/>
  <Override PartName="/ppt/media/image16.png" ContentType="image/png"/>
  <Override PartName="/ppt/media/image7.png" ContentType="image/png"/>
  <Override PartName="/ppt/media/image39.png" ContentType="image/png"/>
  <Override PartName="/ppt/media/image2.png" ContentType="image/png"/>
  <Override PartName="/ppt/media/image34.png" ContentType="image/png"/>
  <Override PartName="/ppt/media/image11.png" ContentType="image/png"/>
  <Override PartName="/ppt/media/image48.png" ContentType="image/png"/>
  <Override PartName="/ppt/media/image17.png" ContentType="image/png"/>
  <Override PartName="/ppt/media/image45.png" ContentType="image/png"/>
  <Override PartName="/ppt/media/image46.png" ContentType="image/png"/>
  <Override PartName="/ppt/media/image50.png" ContentType="image/png"/>
  <Override PartName="/ppt/media/image13.png" ContentType="image/png"/>
  <Override PartName="/ppt/media/image51.png" ContentType="image/png"/>
  <Override PartName="/ppt/media/image52.png" ContentType="image/png"/>
  <Override PartName="/ppt/media/image41.png" ContentType="image/png"/>
  <Override PartName="/ppt/media/image53.png" ContentType="image/png"/>
  <Override PartName="/ppt/media/image42.png" ContentType="image/png"/>
  <Override PartName="/ppt/media/image54.png" ContentType="image/png"/>
  <Override PartName="/ppt/media/image8.png" ContentType="image/png"/>
  <Override PartName="/ppt/media/image43.png" ContentType="image/png"/>
  <Override PartName="/ppt/media/image55.png" ContentType="image/png"/>
  <Override PartName="/ppt/media/image9.png" ContentType="image/png"/>
  <Override PartName="/ppt/media/image18.png" ContentType="image/png"/>
  <Override PartName="/ppt/media/image44.png" ContentType="image/png"/>
  <Override PartName="/ppt/media/image56.png" ContentType="image/png"/>
  <Override PartName="/ppt/media/image40.png" ContentType="image/png"/>
  <Override PartName="/ppt/media/image32.png" ContentType="image/png"/>
  <Override PartName="/ppt/media/image31.png" ContentType="image/png"/>
  <Override PartName="/ppt/media/image30.png" ContentType="image/png"/>
  <Override PartName="/ppt/media/image4.png" ContentType="image/png"/>
  <Override PartName="/ppt/media/image36.png" ContentType="image/png"/>
  <Override PartName="/ppt/media/image20.png" ContentType="image/png"/>
  <Override PartName="/ppt/media/image57.png" ContentType="image/png"/>
  <Override PartName="/ppt/media/image49.png" ContentType="image/png"/>
  <Override PartName="/ppt/media/image12.png" ContentType="image/png"/>
  <Override PartName="/ppt/media/image3.png" ContentType="image/png"/>
  <Override PartName="/ppt/media/image35.png" ContentType="image/png"/>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90.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5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58.xml" ContentType="application/vnd.openxmlformats-officedocument.presentationml.slide+xml"/>
  <Override PartName="/ppt/slides/slide2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94.xml" ContentType="application/vnd.openxmlformats-officedocument.presentationml.slide+xml"/>
  <Override PartName="/ppt/slides/slide29.xml" ContentType="application/vnd.openxmlformats-officedocument.presentationml.slide+xml"/>
  <Override PartName="/ppt/slides/_rels/slide4.xml.rels" ContentType="application/vnd.openxmlformats-package.relationships+xml"/>
  <Override PartName="/ppt/slides/_rels/slide83.xml.rels" ContentType="application/vnd.openxmlformats-package.relationships+xml"/>
  <Override PartName="/ppt/slides/_rels/slide18.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46.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94.xml.rels" ContentType="application/vnd.openxmlformats-package.relationships+xml"/>
  <Override PartName="/ppt/slides/_rels/slide7.xml.rels" ContentType="application/vnd.openxmlformats-package.relationships+xml"/>
  <Override PartName="/ppt/slides/_rels/slide80.xml.rels" ContentType="application/vnd.openxmlformats-package.relationships+xml"/>
  <Override PartName="/ppt/slides/_rels/slide15.xml.rels" ContentType="application/vnd.openxmlformats-package.relationships+xml"/>
  <Override PartName="/ppt/slides/_rels/slide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91.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27.xml.rels" ContentType="application/vnd.openxmlformats-package.relationships+xml"/>
  <Override PartName="/ppt/slides/_rels/slide92.xml.rels" ContentType="application/vnd.openxmlformats-package.relationships+xml"/>
  <Override PartName="/ppt/slides/_rels/slide72.xml.rels" ContentType="application/vnd.openxmlformats-package.relationships+xml"/>
  <Override PartName="/ppt/slides/_rels/slide78.xml.rels" ContentType="application/vnd.openxmlformats-package.relationships+xml"/>
  <Override PartName="/ppt/slides/_rels/slide79.xml.rels" ContentType="application/vnd.openxmlformats-package.relationships+xml"/>
  <Override PartName="/ppt/slides/_rels/slide73.xml.rels" ContentType="application/vnd.openxmlformats-package.relationships+xml"/>
  <Override PartName="/ppt/slides/_rels/slide22.xml.rels" ContentType="application/vnd.openxmlformats-package.relationships+xml"/>
  <Override PartName="/ppt/slides/_rels/slide59.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30.xml.rels" ContentType="application/vnd.openxmlformats-package.relationships+xml"/>
  <Override PartName="/ppt/slides/_rels/slide67.xml.rels" ContentType="application/vnd.openxmlformats-package.relationships+xml"/>
  <Override PartName="/ppt/slides/_rels/slide31.xml.rels" ContentType="application/vnd.openxmlformats-package.relationships+xml"/>
  <Override PartName="/ppt/slides/_rels/slide68.xml.rels" ContentType="application/vnd.openxmlformats-package.relationships+xml"/>
  <Override PartName="/ppt/slides/_rels/slide32.xml.rels" ContentType="application/vnd.openxmlformats-package.relationships+xml"/>
  <Override PartName="/ppt/slides/_rels/slide69.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25.xml.rels" ContentType="application/vnd.openxmlformats-package.relationships+xml"/>
  <Override PartName="/ppt/slides/_rels/slide90.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52.xml.rels" ContentType="application/vnd.openxmlformats-package.relationships+xml"/>
  <Override PartName="/ppt/slides/_rels/slide89.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51.xml.rels" ContentType="application/vnd.openxmlformats-package.relationships+xml"/>
  <Override PartName="/ppt/slides/_rels/slide88.xml.rels" ContentType="application/vnd.openxmlformats-package.relationships+xml"/>
  <Override PartName="/ppt/slides/_rels/slide50.xml.rels" ContentType="application/vnd.openxmlformats-package.relationships+xml"/>
  <Override PartName="/ppt/slides/_rels/slide87.xml.rels" ContentType="application/vnd.openxmlformats-package.relationships+xml"/>
  <Override PartName="/ppt/slides/_rels/slide45.xml.rels" ContentType="application/vnd.openxmlformats-package.relationships+xml"/>
  <Override PartName="/ppt/slides/_rels/slide13.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84.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14.xml.rels" ContentType="application/vnd.openxmlformats-package.relationships+xml"/>
  <Override PartName="/ppt/slides/_rels/slide60.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93.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1.xml.rels" ContentType="application/vnd.openxmlformats-package.relationships+xml"/>
  <Override PartName="/ppt/slides/_rels/slide66.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86.xml.rels" ContentType="application/vnd.openxmlformats-package.relationships+xml"/>
  <Override PartName="/ppt/slides/_rels/slide74.xml.rels" ContentType="application/vnd.openxmlformats-package.relationships+xml"/>
  <Override PartName="/ppt/slides/_rels/slide85.xml.rels" ContentType="application/vnd.openxmlformats-package.relationships+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8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76.xml" ContentType="application/vnd.openxmlformats-officedocument.presentationml.slide+xml"/>
  <Override PartName="/ppt/slides/slide8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74.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2.xml" ContentType="application/vnd.openxmlformats-officedocument.presentationml.slide+xml"/>
  <Override PartName="/ppt/slides/slide92.xml" ContentType="application/vnd.openxmlformats-officedocument.presentationml.slide+xml"/>
  <Override PartName="/ppt/slides/slide27.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91.xml" ContentType="application/vnd.openxmlformats-officedocument.presentationml.slide+xml"/>
  <Override PartName="/ppt/slides/slide26.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notesSlides/notesSlide65.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2.xml" ContentType="application/vnd.openxmlformats-officedocument.presentationml.notesSlide+xml"/>
  <Override PartName="/ppt/notesSlides/notesSlide61.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14.xml" ContentType="application/vnd.openxmlformats-officedocument.presentationml.notesSlide+xml"/>
  <Override PartName="/ppt/notesSlides/notesSlide48.xml" ContentType="application/vnd.openxmlformats-officedocument.presentationml.notesSlide+xml"/>
  <Override PartName="/ppt/notesSlides/notesSlide21.xml" ContentType="application/vnd.openxmlformats-officedocument.presentationml.notesSlide+xml"/>
  <Override PartName="/ppt/notesSlides/notesSlide58.xml" ContentType="application/vnd.openxmlformats-officedocument.presentationml.notesSlide+xml"/>
  <Override PartName="/ppt/notesSlides/notesSlide22.xml" ContentType="application/vnd.openxmlformats-officedocument.presentationml.notesSlide+xml"/>
  <Override PartName="/ppt/notesSlides/notesSlide59.xml" ContentType="application/vnd.openxmlformats-officedocument.presentationml.notesSlide+xml"/>
  <Override PartName="/ppt/notesSlides/notesSlide77.xml" ContentType="application/vnd.openxmlformats-officedocument.presentationml.notesSlide+xml"/>
  <Override PartName="/ppt/notesSlides/notesSlide5.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25.xml" ContentType="application/vnd.openxmlformats-officedocument.presentationml.notesSlide+xml"/>
  <Override PartName="/ppt/notesSlides/notesSlide9.xml" ContentType="application/vnd.openxmlformats-officedocument.presentationml.notesSlide+xml"/>
  <Override PartName="/ppt/notesSlides/notesSlide26.xml" ContentType="application/vnd.openxmlformats-officedocument.presentationml.notesSlide+xml"/>
  <Override PartName="/ppt/notesSlides/notesSlide66.xml" ContentType="application/vnd.openxmlformats-officedocument.presentationml.notesSlide+xml"/>
  <Override PartName="/ppt/notesSlides/notesSlide87.xml" ContentType="application/vnd.openxmlformats-officedocument.presentationml.notesSlide+xml"/>
  <Override PartName="/ppt/notesSlides/notesSlide86.xml" ContentType="application/vnd.openxmlformats-officedocument.presentationml.notesSlide+xml"/>
  <Override PartName="/ppt/notesSlides/notesSlide85.xml" ContentType="application/vnd.openxmlformats-officedocument.presentationml.notesSlide+xml"/>
  <Override PartName="/ppt/notesSlides/notesSlide84.xml" ContentType="application/vnd.openxmlformats-officedocument.presentationml.notesSlide+xml"/>
  <Override PartName="/ppt/notesSlides/notesSlide72.xml" ContentType="application/vnd.openxmlformats-officedocument.presentationml.notesSlide+xml"/>
  <Override PartName="/ppt/notesSlides/notesSlide82.xml" ContentType="application/vnd.openxmlformats-officedocument.presentationml.notesSlide+xml"/>
  <Override PartName="/ppt/notesSlides/notesSlide7.xml" ContentType="application/vnd.openxmlformats-officedocument.presentationml.notesSlide+xml"/>
  <Override PartName="/ppt/notesSlides/notesSlide79.xml" ContentType="application/vnd.openxmlformats-officedocument.presentationml.notesSlide+xml"/>
  <Override PartName="/ppt/notesSlides/notesSlide81.xml" ContentType="application/vnd.openxmlformats-officedocument.presentationml.notesSlide+xml"/>
  <Override PartName="/ppt/notesSlides/notesSlide6.xml" ContentType="application/vnd.openxmlformats-officedocument.presentationml.notesSlide+xml"/>
  <Override PartName="/ppt/notesSlides/notesSlide78.xml" ContentType="application/vnd.openxmlformats-officedocument.presentationml.notesSlide+xml"/>
  <Override PartName="/ppt/notesSlides/notesSlide80.xml" ContentType="application/vnd.openxmlformats-officedocument.presentationml.notesSlide+xml"/>
  <Override PartName="/ppt/notesSlides/notesSlide69.xml" ContentType="application/vnd.openxmlformats-officedocument.presentationml.notesSlide+xml"/>
  <Override PartName="/ppt/notesSlides/notesSlide32.xml" ContentType="application/vnd.openxmlformats-officedocument.presentationml.notesSlide+xml"/>
  <Override PartName="/ppt/notesSlides/notesSlide71.xml" ContentType="application/vnd.openxmlformats-officedocument.presentationml.notesSlide+xml"/>
  <Override PartName="/ppt/notesSlides/notesSlide70.xml" ContentType="application/vnd.openxmlformats-officedocument.presentationml.notesSlide+xml"/>
  <Override PartName="/ppt/notesSlides/notesSlide68.xml" ContentType="application/vnd.openxmlformats-officedocument.presentationml.notesSlide+xml"/>
  <Override PartName="/ppt/notesSlides/notesSlide31.xml" ContentType="application/vnd.openxmlformats-officedocument.presentationml.notesSlide+xml"/>
  <Override PartName="/ppt/notesSlides/notesSlide67.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76.xml" ContentType="application/vnd.openxmlformats-officedocument.presentationml.notesSlide+xml"/>
  <Override PartName="/ppt/notesSlides/notesSlide27.xml" ContentType="application/vnd.openxmlformats-officedocument.presentationml.notesSlide+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83.xml.rels" ContentType="application/vnd.openxmlformats-package.relationships+xml"/>
  <Override PartName="/ppt/notesSlides/_rels/notesSlide18.xml.rels" ContentType="application/vnd.openxmlformats-package.relationships+xml"/>
  <Override PartName="/ppt/notesSlides/_rels/notesSlide57.xml.rels" ContentType="application/vnd.openxmlformats-package.relationships+xml"/>
  <Override PartName="/ppt/notesSlides/_rels/notesSlide20.xml.rels" ContentType="application/vnd.openxmlformats-package.relationships+xml"/>
  <Override PartName="/ppt/notesSlides/_rels/notesSlide1.xml.rels" ContentType="application/vnd.openxmlformats-package.relationships+xml"/>
  <Override PartName="/ppt/notesSlides/_rels/notesSlide3.xml.rels" ContentType="application/vnd.openxmlformats-package.relationships+xml"/>
  <Override PartName="/ppt/notesSlides/_rels/notesSlide22.xml.rels" ContentType="application/vnd.openxmlformats-package.relationships+xml"/>
  <Override PartName="/ppt/notesSlides/_rels/notesSlide75.xml.rels" ContentType="application/vnd.openxmlformats-package.relationships+xml"/>
  <Override PartName="/ppt/notesSlides/_rels/notesSlide5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21.xml.rels" ContentType="application/vnd.openxmlformats-package.relationships+xml"/>
  <Override PartName="/ppt/notesSlides/_rels/notesSlide74.xml.rels" ContentType="application/vnd.openxmlformats-package.relationships+xml"/>
  <Override PartName="/ppt/notesSlides/_rels/notesSlide55.xml.rels" ContentType="application/vnd.openxmlformats-package.relationships+xml"/>
  <Override PartName="/ppt/notesSlides/_rels/notesSlide47.xml.rels" ContentType="application/vnd.openxmlformats-package.relationships+xml"/>
  <Override PartName="/ppt/notesSlides/_rels/notesSlide10.xml.rels" ContentType="application/vnd.openxmlformats-package.relationships+xml"/>
  <Override PartName="/ppt/notesSlides/_rels/notesSlide73.xml.rels" ContentType="application/vnd.openxmlformats-package.relationships+xml"/>
  <Override PartName="/ppt/notesSlides/_rels/notesSlide27.xml.rels" ContentType="application/vnd.openxmlformats-package.relationships+xml"/>
  <Override PartName="/ppt/notesSlides/_rels/notesSlide8.xml.rels" ContentType="application/vnd.openxmlformats-package.relationships+xml"/>
  <Override PartName="/ppt/notesSlides/_rels/notesSlide4.xml.rels" ContentType="application/vnd.openxmlformats-package.relationships+xml"/>
  <Override PartName="/ppt/notesSlides/_rels/notesSlide23.xml.rels" ContentType="application/vnd.openxmlformats-package.relationships+xml"/>
  <Override PartName="/ppt/notesSlides/_rels/notesSlide58.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80.xml.rels" ContentType="application/vnd.openxmlformats-package.relationships+xml"/>
  <Override PartName="/ppt/notesSlides/_rels/notesSlide40.xml.rels" ContentType="application/vnd.openxmlformats-package.relationships+xml"/>
  <Override PartName="/ppt/notesSlides/_rels/notesSlide77.xml.rels" ContentType="application/vnd.openxmlformats-package.relationships+xml"/>
  <Override PartName="/ppt/notesSlides/_rels/notesSlide39.xml.rels" ContentType="application/vnd.openxmlformats-package.relationships+xml"/>
  <Override PartName="/ppt/notesSlides/_rels/notesSlide81.xml.rels" ContentType="application/vnd.openxmlformats-package.relationships+xml"/>
  <Override PartName="/ppt/notesSlides/_rels/notesSlide41.xml.rels" ContentType="application/vnd.openxmlformats-package.relationships+xml"/>
  <Override PartName="/ppt/notesSlides/_rels/notesSlide78.xml.rels" ContentType="application/vnd.openxmlformats-package.relationships+xml"/>
  <Override PartName="/ppt/notesSlides/_rels/notesSlide42.xml.rels" ContentType="application/vnd.openxmlformats-package.relationships+xml"/>
  <Override PartName="/ppt/notesSlides/_rels/notesSlide79.xml.rels" ContentType="application/vnd.openxmlformats-package.relationships+xml"/>
  <Override PartName="/ppt/notesSlides/_rels/notesSlide43.xml.rels" ContentType="application/vnd.openxmlformats-package.relationships+xml"/>
  <Override PartName="/ppt/notesSlides/_rels/notesSlide44.xml.rels" ContentType="application/vnd.openxmlformats-package.relationships+xml"/>
  <Override PartName="/ppt/notesSlides/_rels/notesSlide65.xml.rels" ContentType="application/vnd.openxmlformats-package.relationships+xml"/>
  <Override PartName="/ppt/notesSlides/_rels/notesSlide53.xml.rels" ContentType="application/vnd.openxmlformats-package.relationships+xml"/>
  <Override PartName="/ppt/notesSlides/_rels/notesSlide64.xml.rels" ContentType="application/vnd.openxmlformats-package.relationships+xml"/>
  <Override PartName="/ppt/notesSlides/_rels/notesSlide52.xml.rels" ContentType="application/vnd.openxmlformats-package.relationships+xml"/>
  <Override PartName="/ppt/notesSlides/_rels/notesSlide63.xml.rels" ContentType="application/vnd.openxmlformats-package.relationships+xml"/>
  <Override PartName="/ppt/notesSlides/_rels/notesSlide6.xml.rels" ContentType="application/vnd.openxmlformats-package.relationships+xml"/>
  <Override PartName="/ppt/notesSlides/_rels/notesSlide25.xml.rels" ContentType="application/vnd.openxmlformats-package.relationships+xml"/>
  <Override PartName="/ppt/notesSlides/_rels/notesSlide62.xml.rels" ContentType="application/vnd.openxmlformats-package.relationships+xml"/>
  <Override PartName="/ppt/notesSlides/_rels/notesSlide48.xml.rels" ContentType="application/vnd.openxmlformats-package.relationships+xml"/>
  <Override PartName="/ppt/notesSlides/_rels/notesSlide50.xml.rels" ContentType="application/vnd.openxmlformats-package.relationships+xml"/>
  <Override PartName="/ppt/notesSlides/_rels/notesSlide87.xml.rels" ContentType="application/vnd.openxmlformats-package.relationships+xml"/>
  <Override PartName="/ppt/notesSlides/_rels/notesSlide59.xml.rels" ContentType="application/vnd.openxmlformats-package.relationships+xml"/>
  <Override PartName="/ppt/notesSlides/_rels/notesSlide61.xml.rels" ContentType="application/vnd.openxmlformats-package.relationships+xml"/>
  <Override PartName="/ppt/notesSlides/_rels/notesSlide54.xml.rels" ContentType="application/vnd.openxmlformats-package.relationships+xml"/>
  <Override PartName="/ppt/notesSlides/_rels/notesSlide14.xml.rels" ContentType="application/vnd.openxmlformats-package.relationships+xml"/>
  <Override PartName="/ppt/notesSlides/_rels/notesSlide51.xml.rels" ContentType="application/vnd.openxmlformats-package.relationships+xml"/>
  <Override PartName="/ppt/notesSlides/_rels/notesSlide49.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5.xml.rels" ContentType="application/vnd.openxmlformats-package.relationships+xml"/>
  <Override PartName="/ppt/notesSlides/_rels/notesSlide24.xml.rels" ContentType="application/vnd.openxmlformats-package.relationships+xml"/>
  <Override PartName="/ppt/notesSlides/_rels/notesSlide60.xml.rels" ContentType="application/vnd.openxmlformats-package.relationships+xml"/>
  <Override PartName="/ppt/notesSlides/_rels/notesSlide7.xml.rels" ContentType="application/vnd.openxmlformats-package.relationships+xml"/>
  <Override PartName="/ppt/notesSlides/_rels/notesSlide26.xml.rels" ContentType="application/vnd.openxmlformats-package.relationships+xml"/>
  <Override PartName="/ppt/notesSlides/_rels/notesSlide66.xml.rels" ContentType="application/vnd.openxmlformats-package.relationships+xml"/>
  <Override PartName="/ppt/notesSlides/_rels/notesSlide86.xml.rels" ContentType="application/vnd.openxmlformats-package.relationships+xml"/>
  <Override PartName="/ppt/notesSlides/_rels/notesSlide85.xml.rels" ContentType="application/vnd.openxmlformats-package.relationships+xml"/>
  <Override PartName="/ppt/notesSlides/_rels/notesSlide84.xml.rels" ContentType="application/vnd.openxmlformats-package.relationships+xml"/>
  <Override PartName="/ppt/notesSlides/_rels/notesSlide72.xml.rels" ContentType="application/vnd.openxmlformats-package.relationships+xml"/>
  <Override PartName="/ppt/notesSlides/_rels/notesSlide82.xml.rels" ContentType="application/vnd.openxmlformats-package.relationships+xml"/>
  <Override PartName="/ppt/notesSlides/_rels/notesSlide69.xml.rels" ContentType="application/vnd.openxmlformats-package.relationships+xml"/>
  <Override PartName="/ppt/notesSlides/_rels/notesSlide32.xml.rels" ContentType="application/vnd.openxmlformats-package.relationships+xml"/>
  <Override PartName="/ppt/notesSlides/_rels/notesSlide71.xml.rels" ContentType="application/vnd.openxmlformats-package.relationships+xml"/>
  <Override PartName="/ppt/notesSlides/_rels/notesSlide94.xml.rels" ContentType="application/vnd.openxmlformats-package.relationships+xml"/>
  <Override PartName="/ppt/notesSlides/_rels/notesSlide29.xml.rels" ContentType="application/vnd.openxmlformats-package.relationships+xml"/>
  <Override PartName="/ppt/notesSlides/_rels/notesSlide70.xml.rels" ContentType="application/vnd.openxmlformats-package.relationships+xml"/>
  <Override PartName="/ppt/notesSlides/_rels/notesSlide93.xml.rels" ContentType="application/vnd.openxmlformats-package.relationships+xml"/>
  <Override PartName="/ppt/notesSlides/_rels/notesSlide9.xml.rels" ContentType="application/vnd.openxmlformats-package.relationships+xml"/>
  <Override PartName="/ppt/notesSlides/_rels/notesSlide28.xml.rels" ContentType="application/vnd.openxmlformats-package.relationships+xml"/>
  <Override PartName="/ppt/notesSlides/_rels/notesSlide68.xml.rels" ContentType="application/vnd.openxmlformats-package.relationships+xml"/>
  <Override PartName="/ppt/notesSlides/_rels/notesSlide31.xml.rels" ContentType="application/vnd.openxmlformats-package.relationships+xml"/>
  <Override PartName="/ppt/notesSlides/_rels/notesSlide67.xml.rels" ContentType="application/vnd.openxmlformats-package.relationships+xml"/>
  <Override PartName="/ppt/notesSlides/_rels/notesSlide30.xml.rels" ContentType="application/vnd.openxmlformats-package.relationships+xml"/>
  <Override PartName="/ppt/notesSlides/_rels/notesSlide76.xml.rels" ContentType="application/vnd.openxmlformats-package.relationships+xml"/>
  <Override PartName="/ppt/notesSlides/notesSlide73.xml" ContentType="application/vnd.openxmlformats-officedocument.presentationml.notesSlide+xml"/>
  <Override PartName="/ppt/notesSlides/notesSlide1.xml" ContentType="application/vnd.openxmlformats-officedocument.presentationml.notesSlide+xml"/>
  <Override PartName="/ppt/notesSlides/notesSlide55.xml" ContentType="application/vnd.openxmlformats-officedocument.presentationml.notesSlide+xml"/>
  <Override PartName="/ppt/notesSlides/notesSlide28.xml" ContentType="application/vnd.openxmlformats-officedocument.presentationml.notesSlide+xml"/>
  <Override PartName="/ppt/notesSlides/notesSlide93.xml" ContentType="application/vnd.openxmlformats-officedocument.presentationml.notesSlide+xml"/>
  <Override PartName="/ppt/notesSlides/notesSlide74.xml" ContentType="application/vnd.openxmlformats-officedocument.presentationml.notesSlide+xml"/>
  <Override PartName="/ppt/notesSlides/notesSlide2.xml" ContentType="application/vnd.openxmlformats-officedocument.presentationml.notesSlide+xml"/>
  <Override PartName="/ppt/notesSlides/notesSlide56.xml" ContentType="application/vnd.openxmlformats-officedocument.presentationml.notesSlide+xml"/>
  <Override PartName="/ppt/notesSlides/notesSlide29.xml" ContentType="application/vnd.openxmlformats-officedocument.presentationml.notesSlide+xml"/>
  <Override PartName="/ppt/notesSlides/notesSlide94.xml" ContentType="application/vnd.openxmlformats-officedocument.presentationml.notesSlide+xml"/>
  <Override PartName="/ppt/notesSlides/notesSlide75.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57.xml" ContentType="application/vnd.openxmlformats-officedocument.presentationml.notesSlide+xml"/>
  <Override PartName="/ppt/notesSlides/notesSlide83.xml" ContentType="application/vnd.openxmlformats-officedocument.presentationml.notesSlide+xml"/>
  <Override PartName="/ppt/notesSlides/notesSlide18.xml" ContentType="application/vnd.openxmlformats-officedocument.presentationml.notesSlide+xml"/>
  <Override PartName="/ppt/notesSlides/notesSlide6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10.xml" ContentType="application/vnd.openxmlformats-officedocument.presentationml.notesSlide+xml"/>
  <Override PartName="/ppt/notesSlides/notesSlide47.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335" r:id="rId93"/>
    <p:sldId id="336" r:id="rId94"/>
    <p:sldId id="337" r:id="rId95"/>
    <p:sldId id="338" r:id="rId96"/>
    <p:sldId id="339" r:id="rId97"/>
    <p:sldId id="340" r:id="rId98"/>
    <p:sldId id="341" r:id="rId99"/>
    <p:sldId id="342" r:id="rId100"/>
    <p:sldId id="343" r:id="rId101"/>
    <p:sldId id="344" r:id="rId102"/>
    <p:sldId id="345" r:id="rId103"/>
    <p:sldId id="346" r:id="rId104"/>
    <p:sldId id="347" r:id="rId105"/>
    <p:sldId id="348" r:id="rId106"/>
    <p:sldId id="349" r:id="rId107"/>
  </p:sldIdLst>
  <p:sldSz cx="12192000" cy="6858000"/>
  <p:notesSz cx="9928225" cy="6797675"/>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11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1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18"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9"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0"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09BECE5-3B14-4E1F-85F6-88611BDA8E1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hyperlink" Target="https://ru.wikipedia.org/wiki/Agile_Manifesto" TargetMode="External"/><Relationship Id="rId2" Type="http://schemas.openxmlformats.org/officeDocument/2006/relationships/hyperlink" Target="https://ru.wikipedia.org/wiki/SCRUM" TargetMode="External"/><Relationship Id="rId3" Type="http://schemas.openxmlformats.org/officeDocument/2006/relationships/hyperlink" Target="https://ru.wikipedia.org/wiki/&#1050;&#1072;&#1085;&#1073;&#1072;&#1085;_(&#1088;&#1072;&#1079;&#1088;&#1072;&#1073;&#1086;&#1090;&#1082;&#1072;)" TargetMode="External"/><Relationship Id="rId4" Type="http://schemas.openxmlformats.org/officeDocument/2006/relationships/hyperlink" Target="https://ru.wikipedia.org/wiki/&#1041;&#1077;&#1088;&#1077;&#1078;&#1083;&#1080;&#1074;&#1072;&#1103;_&#1088;&#1072;&#1079;&#1088;&#1072;&#1073;&#1086;&#1090;&#1082;&#1072;_&#1087;&#1088;&#1086;&#1075;&#1088;&#1072;&#1084;&#1084;&#1085;&#1086;&#1075;&#1086;_&#1086;&#1073;&#1077;&#1089;&#1087;&#1077;&#1095;&#1077;&#1085;&#1080;&#1103;" TargetMode="External"/><Relationship Id="rId5" Type="http://schemas.openxmlformats.org/officeDocument/2006/relationships/hyperlink" Target="https://ru.wikipedia.org/wiki/Feature_driven_development" TargetMode="External"/><Relationship Id="rId6" Type="http://schemas.openxmlformats.org/officeDocument/2006/relationships/hyperlink" Target="https://ru.wikipedia.org/wiki/Feature_driven_development" TargetMode="External"/><Relationship Id="rId7" Type="http://schemas.openxmlformats.org/officeDocument/2006/relationships/hyperlink" Target="https://ru.wikipedia.org/wiki/Feature_driven_development" TargetMode="External"/><Relationship Id="rId8" Type="http://schemas.openxmlformats.org/officeDocument/2006/relationships/slide" Target="../slides/slide4.xml"/><Relationship Id="rId9"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hyperlink" Target="https://blog.skillfactory.ru/glossary/docker/" TargetMode="External"/><Relationship Id="rId2" Type="http://schemas.openxmlformats.org/officeDocument/2006/relationships/hyperlink" Target="https://blog.skillfactory.ru/glossary/github/" TargetMode="External"/><Relationship Id="rId3" Type="http://schemas.openxmlformats.org/officeDocument/2006/relationships/hyperlink" Target="https://blog.skillfactory.ru/glossary/github/" TargetMode="External"/><Relationship Id="rId4" Type="http://schemas.openxmlformats.org/officeDocument/2006/relationships/hyperlink" Target="https://cloud.yandex.ru/services/managed-gitlab" TargetMode="External"/><Relationship Id="rId5" Type="http://schemas.openxmlformats.org/officeDocument/2006/relationships/hyperlink" Target="https://cloud.yandex.ru/services/managed-gitlab" TargetMode="External"/><Relationship Id="rId6" Type="http://schemas.openxmlformats.org/officeDocument/2006/relationships/hyperlink" Target="https://cloud.yandex.ru/services/managed-gitlab" TargetMode="External"/><Relationship Id="rId7" Type="http://schemas.openxmlformats.org/officeDocument/2006/relationships/hyperlink" Target="https://cloud.yandex.ru/services/managed-gitlab" TargetMode="External"/><Relationship Id="rId8" Type="http://schemas.openxmlformats.org/officeDocument/2006/relationships/hyperlink" Target="https://cloud.yandex.ru/services/managed-gitlab" TargetMode="External"/><Relationship Id="rId9" Type="http://schemas.openxmlformats.org/officeDocument/2006/relationships/hyperlink" Target="https://cloud.yandex.ru/services/managed-gitlab" TargetMode="External"/><Relationship Id="rId10" Type="http://schemas.openxmlformats.org/officeDocument/2006/relationships/hyperlink" Target="https://cloud.yandex.ru/services/managed-gitlab" TargetMode="External"/><Relationship Id="rId11" Type="http://schemas.openxmlformats.org/officeDocument/2006/relationships/hyperlink" Target="https://cloud.yandex.ru/services/managed-kubernetes/" TargetMode="External"/><Relationship Id="rId12" Type="http://schemas.openxmlformats.org/officeDocument/2006/relationships/hyperlink" Target="https://cloud.yandex.ru/services/managed-kubernetes/" TargetMode="External"/><Relationship Id="rId13" Type="http://schemas.openxmlformats.org/officeDocument/2006/relationships/hyperlink" Target="https://cloud.yandex.ru/services/managed-kubernetes/" TargetMode="External"/><Relationship Id="rId14" Type="http://schemas.openxmlformats.org/officeDocument/2006/relationships/hyperlink" Target="https://cloud.yandex.ru/services/managed-kubernetes/" TargetMode="External"/><Relationship Id="rId15" Type="http://schemas.openxmlformats.org/officeDocument/2006/relationships/hyperlink" Target="https://cloud.yandex.ru/services/managed-kubernetes/" TargetMode="External"/><Relationship Id="rId16" Type="http://schemas.openxmlformats.org/officeDocument/2006/relationships/hyperlink" Target="https://cloud.yandex.ru/services/managed-kubernetes/" TargetMode="External"/><Relationship Id="rId17" Type="http://schemas.openxmlformats.org/officeDocument/2006/relationships/hyperlink" Target="https://cloud.yandex.ru/services/managed-kubernetes/" TargetMode="External"/><Relationship Id="rId18" Type="http://schemas.openxmlformats.org/officeDocument/2006/relationships/hyperlink" Target="https://cloud.yandex.ru/services/managed-kubernetes/" TargetMode="External"/><Relationship Id="rId19" Type="http://schemas.openxmlformats.org/officeDocument/2006/relationships/hyperlink" Target="https://cloud.yandex.ru/services/container-registry" TargetMode="External"/><Relationship Id="rId20" Type="http://schemas.openxmlformats.org/officeDocument/2006/relationships/hyperlink" Target="https://cloud.yandex.ru/services/container-registry" TargetMode="External"/><Relationship Id="rId21" Type="http://schemas.openxmlformats.org/officeDocument/2006/relationships/hyperlink" Target="https://cloud.yandex.ru/services/container-registry" TargetMode="External"/><Relationship Id="rId22" Type="http://schemas.openxmlformats.org/officeDocument/2006/relationships/slide" Target="../slides/slide22.xml"/><Relationship Id="rId23"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hyperlink" Target="https://cloud.yandex.ru/blog/posts/2022/03/what-is-devops" TargetMode="External"/><Relationship Id="rId2" Type="http://schemas.openxmlformats.org/officeDocument/2006/relationships/slide" Target="../slides/slide23.xml"/><Relationship Id="rId3"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hyperlink" Target="https://www.gnu.org/software/rcs/" TargetMode="External"/><Relationship Id="rId2" Type="http://schemas.openxmlformats.org/officeDocument/2006/relationships/slide" Target="../slides/slide27.xml"/><Relationship Id="rId3"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hyperlink" Target="https://devpractice.ru/git-for-beginners-part-4-git-arch/" TargetMode="External"/><Relationship Id="rId2" Type="http://schemas.openxmlformats.org/officeDocument/2006/relationships/slide" Target="../slides/slide57.xml"/><Relationship Id="rId3"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hyperlink" Target="https://devpractice.ru/git-for-beginners-part-4-git-arch/" TargetMode="External"/><Relationship Id="rId2" Type="http://schemas.openxmlformats.org/officeDocument/2006/relationships/slide" Target="../slides/slide58.xml"/><Relationship Id="rId3"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2925720" y="849240"/>
            <a:ext cx="4076280" cy="2293560"/>
          </a:xfrm>
          <a:prstGeom prst="rect">
            <a:avLst/>
          </a:prstGeom>
          <a:ln w="0">
            <a:noFill/>
          </a:ln>
        </p:spPr>
      </p:sp>
      <p:sp>
        <p:nvSpPr>
          <p:cNvPr id="36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63" name="PlaceHolder 3"/>
          <p:cNvSpPr>
            <a:spLocks noGrp="1"/>
          </p:cNvSpPr>
          <p:nvPr>
            <p:ph type="sldNum" idx="3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C910F0B-FE2A-4B83-A5A1-CDFBD5AF461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2925720" y="849240"/>
            <a:ext cx="4076280" cy="2293560"/>
          </a:xfrm>
          <a:prstGeom prst="rect">
            <a:avLst/>
          </a:prstGeom>
          <a:ln w="0">
            <a:noFill/>
          </a:ln>
        </p:spPr>
      </p:sp>
      <p:sp>
        <p:nvSpPr>
          <p:cNvPr id="36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66" name="PlaceHolder 3"/>
          <p:cNvSpPr>
            <a:spLocks noGrp="1"/>
          </p:cNvSpPr>
          <p:nvPr>
            <p:ph type="sldNum" idx="3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595158A-BA94-444A-B7E8-7511179F1FD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2925720" y="849240"/>
            <a:ext cx="4076280" cy="2293560"/>
          </a:xfrm>
          <a:prstGeom prst="rect">
            <a:avLst/>
          </a:prstGeom>
          <a:ln w="0">
            <a:noFill/>
          </a:ln>
        </p:spPr>
      </p:sp>
      <p:sp>
        <p:nvSpPr>
          <p:cNvPr id="36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ru-RU" sz="1200" spc="-1" strike="noStrike">
                <a:solidFill>
                  <a:schemeClr val="dk1"/>
                </a:solidFill>
                <a:latin typeface="+mn-lt"/>
                <a:ea typeface="+mn-ea"/>
              </a:rPr>
              <a:t>DevOps (англ. development and operations) – набор практик, который направлен на сокращение жизненного цикла разработки систем и обеспечение непрерывной поставки программного обеспечения высокого качества. Взаимодействие разработчиков и специалистов по информационно-технологическому обслуживанию, а также взаимная интеграция их рабочих процессов, позволяет создавать качественные продукты в короткие сроки.</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Разработка (development) и эксплуатация (operations) продолжительное время были изолированными модулями. Код писали программисты, а системные администраторы отвечали за его развертывание и интеграцию. В рамках одного проекта специалисты работали отдельно, поскольку связь между двумя разрозненными хранилищами была ограничена.</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Этот метод работал с 1970 года, пока доминировала каскадная модель процесса разработки программного обеспечения, известная как Waterfall. Методика предполагала последовательный переход между этапами без пропусков и возвращений на предыдущие стадии.</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369" name="PlaceHolder 3"/>
          <p:cNvSpPr>
            <a:spLocks noGrp="1"/>
          </p:cNvSpPr>
          <p:nvPr>
            <p:ph type="sldNum" idx="3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C9484AF-743C-45B4-8DF6-15E410F3A4C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2925720" y="849240"/>
            <a:ext cx="4076280" cy="2293560"/>
          </a:xfrm>
          <a:prstGeom prst="rect">
            <a:avLst/>
          </a:prstGeom>
          <a:ln w="0">
            <a:noFill/>
          </a:ln>
        </p:spPr>
      </p:sp>
      <p:sp>
        <p:nvSpPr>
          <p:cNvPr id="371"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https://proglib.io/p/osnovy-metodologii-devops-2021-02-20</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В 2001 году на смену Waterfall пришла гибкая методология разработки или Agile. Она включает ряд подходов и практик, основанных на четырех ценностях и 12 принципах </a:t>
            </a:r>
            <a:r>
              <a:rPr b="0" lang="ru-RU" sz="1200" spc="-1" strike="noStrike">
                <a:solidFill>
                  <a:schemeClr val="dk1"/>
                </a:solidFill>
                <a:latin typeface="+mn-lt"/>
                <a:ea typeface="+mn-ea"/>
                <a:hlinkClick r:id="rId1"/>
              </a:rPr>
              <a:t>«Манифеста гибкой разработки программного обеспечения»</a:t>
            </a:r>
            <a:r>
              <a:rPr b="0" lang="ru-RU" sz="1200" spc="-1" strike="noStrike">
                <a:solidFill>
                  <a:schemeClr val="dk1"/>
                </a:solidFill>
                <a:latin typeface="+mn-lt"/>
                <a:ea typeface="+mn-ea"/>
              </a:rPr>
              <a:t>. Сюда также относят </a:t>
            </a:r>
            <a:r>
              <a:rPr b="0" lang="ru-RU" sz="1200" spc="-1" strike="noStrike">
                <a:solidFill>
                  <a:schemeClr val="dk1"/>
                </a:solidFill>
                <a:latin typeface="+mn-lt"/>
                <a:ea typeface="+mn-ea"/>
                <a:hlinkClick r:id="rId2"/>
              </a:rPr>
              <a:t>SCRUM</a:t>
            </a:r>
            <a:r>
              <a:rPr b="0" lang="ru-RU" sz="1200" spc="-1" strike="noStrike">
                <a:solidFill>
                  <a:schemeClr val="dk1"/>
                </a:solidFill>
                <a:latin typeface="+mn-lt"/>
                <a:ea typeface="+mn-ea"/>
              </a:rPr>
              <a:t>, </a:t>
            </a:r>
            <a:r>
              <a:rPr b="0" lang="ru-RU" sz="1200" spc="-1" strike="noStrike">
                <a:solidFill>
                  <a:schemeClr val="dk1"/>
                </a:solidFill>
                <a:latin typeface="+mn-lt"/>
                <a:ea typeface="+mn-ea"/>
                <a:hlinkClick r:id="rId3"/>
              </a:rPr>
              <a:t>Kanban</a:t>
            </a:r>
            <a:r>
              <a:rPr b="0" lang="ru-RU" sz="1200" spc="-1" strike="noStrike">
                <a:solidFill>
                  <a:schemeClr val="dk1"/>
                </a:solidFill>
                <a:latin typeface="+mn-lt"/>
                <a:ea typeface="+mn-ea"/>
              </a:rPr>
              <a:t>, </a:t>
            </a:r>
            <a:r>
              <a:rPr b="0" lang="ru-RU" sz="1200" spc="-1" strike="noStrike">
                <a:solidFill>
                  <a:schemeClr val="dk1"/>
                </a:solidFill>
                <a:latin typeface="+mn-lt"/>
                <a:ea typeface="+mn-ea"/>
                <a:hlinkClick r:id="rId4"/>
              </a:rPr>
              <a:t>Lean</a:t>
            </a:r>
            <a:r>
              <a:rPr b="0" lang="ru-RU" sz="1200" spc="-1" strike="noStrike">
                <a:solidFill>
                  <a:schemeClr val="dk1"/>
                </a:solidFill>
                <a:latin typeface="+mn-lt"/>
                <a:ea typeface="+mn-ea"/>
              </a:rPr>
              <a:t>, </a:t>
            </a:r>
            <a:r>
              <a:rPr b="0" lang="ru-RU" sz="1200" spc="-1" strike="noStrike">
                <a:solidFill>
                  <a:schemeClr val="dk1"/>
                </a:solidFill>
                <a:latin typeface="+mn-lt"/>
                <a:ea typeface="+mn-ea"/>
                <a:hlinkClick r:id="rId5"/>
              </a:rPr>
              <a:t>Feature-driven</a:t>
            </a:r>
            <a:r>
              <a:rPr b="0" lang="ru-RU" sz="1200" spc="-1" strike="noStrike">
                <a:solidFill>
                  <a:schemeClr val="dk1"/>
                </a:solidFill>
                <a:latin typeface="+mn-lt"/>
                <a:ea typeface="+mn-ea"/>
                <a:hlinkClick r:id="rId6"/>
              </a:rPr>
              <a:t> </a:t>
            </a:r>
            <a:r>
              <a:rPr b="0" lang="ru-RU" sz="1200" spc="-1" strike="noStrike">
                <a:solidFill>
                  <a:schemeClr val="dk1"/>
                </a:solidFill>
                <a:latin typeface="+mn-lt"/>
                <a:ea typeface="+mn-ea"/>
                <a:hlinkClick r:id="rId7"/>
              </a:rPr>
              <a:t>development</a:t>
            </a:r>
            <a:r>
              <a:rPr b="0" lang="ru-RU" sz="1200" spc="-1" strike="noStrike">
                <a:solidFill>
                  <a:schemeClr val="dk1"/>
                </a:solidFill>
                <a:latin typeface="+mn-lt"/>
                <a:ea typeface="+mn-ea"/>
              </a:rPr>
              <a:t> (FDD) и другие сходные подходы.</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Agile применяется к организации работы небольших групп, которые создают продукт короткими итерациями (от двух до четырех недель). Каждая итерация выглядит как программный проект, который включает все типовые задачи: планирование, анализ требований, проектирование, программирование, тестирование, документирование. В конце итерации заказчик получает рабочий продукт.</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Методология Agile критиковали за отсутствие управления требованиями. Заказчик может выставить новые требования в конце каждой итерации, что противоречит архитектуре уже созданного продукта. Частые изменения и усовершенствования продукта могут привести к массовому рефакторингу и плавающей стоимости проекта в итоге.</a:t>
            </a:r>
            <a:endParaRPr b="0" lang="en-US" sz="1200" spc="-1" strike="noStrike">
              <a:solidFill>
                <a:srgbClr val="000000"/>
              </a:solidFill>
              <a:latin typeface="Arial"/>
            </a:endParaRPr>
          </a:p>
          <a:p>
            <a:pPr marL="216000" indent="0">
              <a:lnSpc>
                <a:spcPct val="100000"/>
              </a:lnSpc>
              <a:buNone/>
            </a:pPr>
            <a:r>
              <a:rPr b="0" lang="en-US" sz="2000" spc="-1" strike="noStrike">
                <a:solidFill>
                  <a:srgbClr val="000000"/>
                </a:solidFill>
                <a:latin typeface="+mn-lt"/>
                <a:ea typeface="+mn-ea"/>
              </a:rPr>
              <a:t>https://habr.com/ru/articles/681516/</a:t>
            </a:r>
            <a:r>
              <a:rPr b="0" lang="ru-RU" sz="2000" spc="-1" strike="noStrike">
                <a:solidFill>
                  <a:srgbClr val="000000"/>
                </a:solidFill>
                <a:latin typeface="+mn-lt"/>
                <a:ea typeface="+mn-ea"/>
              </a:rPr>
              <a:t> </a:t>
            </a:r>
            <a:endParaRPr b="0" lang="en-US" sz="2000" spc="-1" strike="noStrike">
              <a:solidFill>
                <a:srgbClr val="000000"/>
              </a:solidFill>
              <a:latin typeface="Arial"/>
            </a:endParaRPr>
          </a:p>
        </p:txBody>
      </p:sp>
      <p:sp>
        <p:nvSpPr>
          <p:cNvPr id="372" name="PlaceHolder 3"/>
          <p:cNvSpPr>
            <a:spLocks noGrp="1"/>
          </p:cNvSpPr>
          <p:nvPr>
            <p:ph type="sldNum" idx="40"/>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906FF29-DBE3-45DC-9E7F-8FD47EA7849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2925720" y="849240"/>
            <a:ext cx="4076280" cy="2293560"/>
          </a:xfrm>
          <a:prstGeom prst="rect">
            <a:avLst/>
          </a:prstGeom>
          <a:ln w="0">
            <a:noFill/>
          </a:ln>
        </p:spPr>
      </p:sp>
      <p:sp>
        <p:nvSpPr>
          <p:cNvPr id="374"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https://proglib.io/p/osnovy-metodologii-devops-2021-02-20</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https://intuit.ru/studies/courses/3680/922/lecture/32689?page=1 </a:t>
            </a:r>
            <a:endParaRPr b="0" lang="en-US" sz="20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В 2010 году Дэймоном Эдвардсом и Джоном Уиллисом была разработана модель CAMS, ключевые идеи которой стали принципами DevOps. Согласно ей, развитие DevOps идет в трех направлениях: люди, процессы и инструменты. При этом важна поддержка каждого пункта на всех этапах развития.</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Аббревиатура CAMS расшифровывается следующим образом:</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культура (culture);</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автоматизация (automation);</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измерение (measurement);</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обмен (sharing).</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375" name="PlaceHolder 3"/>
          <p:cNvSpPr>
            <a:spLocks noGrp="1"/>
          </p:cNvSpPr>
          <p:nvPr>
            <p:ph type="sldNum" idx="41"/>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49AFB50-3EEC-4EBC-83BF-04C4E7A7BBD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2925720" y="849240"/>
            <a:ext cx="4076280" cy="2293560"/>
          </a:xfrm>
          <a:prstGeom prst="rect">
            <a:avLst/>
          </a:prstGeom>
          <a:ln w="0">
            <a:noFill/>
          </a:ln>
        </p:spPr>
      </p:sp>
      <p:sp>
        <p:nvSpPr>
          <p:cNvPr id="377"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https://proglib.io/p/osnovy-metodologii-devops-2021-02-20</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https://intuit.ru/studies/courses/3680/922/lecture/32689?page=1 </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378" name="PlaceHolder 3"/>
          <p:cNvSpPr>
            <a:spLocks noGrp="1"/>
          </p:cNvSpPr>
          <p:nvPr>
            <p:ph type="sldNum" idx="42"/>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D5158DB-07BE-4124-A93F-31C900AF5BD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2925720" y="849240"/>
            <a:ext cx="4076280" cy="2293560"/>
          </a:xfrm>
          <a:prstGeom prst="rect">
            <a:avLst/>
          </a:prstGeom>
          <a:ln w="0">
            <a:noFill/>
          </a:ln>
        </p:spPr>
      </p:sp>
      <p:sp>
        <p:nvSpPr>
          <p:cNvPr id="380"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ru-RU" sz="1200" spc="-1" strike="noStrike">
                <a:solidFill>
                  <a:schemeClr val="dk1"/>
                </a:solidFill>
                <a:latin typeface="+mn-lt"/>
                <a:ea typeface="+mn-ea"/>
              </a:rPr>
              <a:t>Сегодня эта концепция является доминирующей в DevOps и является одной из </a:t>
            </a:r>
            <a:r>
              <a:rPr b="0" lang="en-US" sz="1200" spc="-1" strike="noStrike">
                <a:solidFill>
                  <a:schemeClr val="dk1"/>
                </a:solidFill>
                <a:latin typeface="+mn-lt"/>
                <a:ea typeface="+mn-ea"/>
              </a:rPr>
              <a:t>DevOps</a:t>
            </a:r>
            <a:r>
              <a:rPr b="0" lang="ru-RU" sz="1200" spc="-1" strike="noStrike">
                <a:solidFill>
                  <a:schemeClr val="dk1"/>
                </a:solidFill>
                <a:latin typeface="+mn-lt"/>
                <a:ea typeface="+mn-ea"/>
              </a:rPr>
              <a:t> практик.</a:t>
            </a:r>
            <a:endParaRPr b="0" lang="en-US" sz="1200" spc="-1" strike="noStrike">
              <a:solidFill>
                <a:srgbClr val="000000"/>
              </a:solidFill>
              <a:latin typeface="Arial"/>
            </a:endParaRPr>
          </a:p>
          <a:p>
            <a:pPr marL="216000" indent="0">
              <a:lnSpc>
                <a:spcPct val="100000"/>
              </a:lnSpc>
              <a:buNone/>
            </a:pPr>
            <a:r>
              <a:rPr b="0" lang="en-US" sz="2000" spc="-1" strike="noStrike">
                <a:solidFill>
                  <a:srgbClr val="000000"/>
                </a:solidFill>
                <a:latin typeface="+mn-lt"/>
                <a:ea typeface="+mn-ea"/>
              </a:rPr>
              <a:t>https://habr.com/ru/company/otus/blog/515078/</a:t>
            </a:r>
            <a:endParaRPr b="0" lang="en-US" sz="2000" spc="-1" strike="noStrike">
              <a:solidFill>
                <a:srgbClr val="000000"/>
              </a:solidFill>
              <a:latin typeface="Arial"/>
            </a:endParaRPr>
          </a:p>
        </p:txBody>
      </p:sp>
      <p:sp>
        <p:nvSpPr>
          <p:cNvPr id="381" name="PlaceHolder 3"/>
          <p:cNvSpPr>
            <a:spLocks noGrp="1"/>
          </p:cNvSpPr>
          <p:nvPr>
            <p:ph type="sldNum" idx="43"/>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87BA35D-7C6E-44CB-A6CC-30B50709578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2925720" y="849240"/>
            <a:ext cx="4076280" cy="2293560"/>
          </a:xfrm>
          <a:prstGeom prst="rect">
            <a:avLst/>
          </a:prstGeom>
          <a:ln w="0">
            <a:noFill/>
          </a:ln>
        </p:spPr>
      </p:sp>
      <p:sp>
        <p:nvSpPr>
          <p:cNvPr id="383"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https://katalon.com/resources-center/blog/ci-cd-introduction</a:t>
            </a:r>
            <a:r>
              <a:rPr b="0" lang="ru-RU" sz="2000" spc="-1" strike="noStrike">
                <a:solidFill>
                  <a:srgbClr val="000000"/>
                </a:solidFill>
                <a:latin typeface="Arial"/>
              </a:rPr>
              <a:t> </a:t>
            </a:r>
            <a:endParaRPr b="0" lang="en-US" sz="2000" spc="-1" strike="noStrike">
              <a:solidFill>
                <a:srgbClr val="000000"/>
              </a:solidFill>
              <a:latin typeface="Arial"/>
            </a:endParaRPr>
          </a:p>
        </p:txBody>
      </p:sp>
      <p:sp>
        <p:nvSpPr>
          <p:cNvPr id="384" name="PlaceHolder 3"/>
          <p:cNvSpPr>
            <a:spLocks noGrp="1"/>
          </p:cNvSpPr>
          <p:nvPr>
            <p:ph type="sldNum" idx="44"/>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CF61CED-278D-4830-B67A-781B5ED6EDE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2925720" y="849240"/>
            <a:ext cx="4076280" cy="2293560"/>
          </a:xfrm>
          <a:prstGeom prst="rect">
            <a:avLst/>
          </a:prstGeom>
          <a:ln w="0">
            <a:noFill/>
          </a:ln>
        </p:spPr>
      </p:sp>
      <p:sp>
        <p:nvSpPr>
          <p:cNvPr id="386"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1200" spc="-1" strike="noStrike">
                <a:solidFill>
                  <a:schemeClr val="dk1"/>
                </a:solidFill>
                <a:latin typeface="+mn-lt"/>
                <a:ea typeface="+mn-ea"/>
              </a:rPr>
              <a:t>https://blog.skillfactory.ru/glossary/ci-cd/</a:t>
            </a:r>
            <a:r>
              <a:rPr b="0" lang="ru-RU" sz="1200" spc="-1" strike="noStrike">
                <a:solidFill>
                  <a:schemeClr val="dk1"/>
                </a:solidFill>
                <a:latin typeface="+mn-lt"/>
                <a:ea typeface="+mn-ea"/>
              </a:rPr>
              <a:t> </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Разработка по методике CI/CD соответствует таким основным принципам:</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Распределение ответственности.</a:t>
            </a:r>
            <a:r>
              <a:rPr b="0" lang="ru-RU" sz="1200" spc="-1" strike="noStrike">
                <a:solidFill>
                  <a:schemeClr val="dk1"/>
                </a:solidFill>
                <a:latin typeface="+mn-lt"/>
                <a:ea typeface="+mn-ea"/>
              </a:rPr>
              <a:t> Задачи и этапы разработки разделяются между членами команды или ее подгруппами (при работе над большим проектом). Рабочий процесс организуется с учетом бизнес-логистики, внедрения сквозных функций, проведения тестов, безопасности хранения данных и т.д.</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Сокращение рисков.</a:t>
            </a:r>
            <a:r>
              <a:rPr b="0" lang="ru-RU" sz="1200" spc="-1" strike="noStrike">
                <a:solidFill>
                  <a:schemeClr val="dk1"/>
                </a:solidFill>
                <a:latin typeface="+mn-lt"/>
                <a:ea typeface="+mn-ea"/>
              </a:rPr>
              <a:t> Каждый разработчик или подгруппа разработчиков должны стремиться минимизировать уязвимости и ошибки на всех этапах разработки. Для этого постоянно контролируется бизнес-логистика, проводится пользовательское тестирование продукта, оптимизируется хранение, обработка данных и т.д.</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Оптимизация обратной связи.</a:t>
            </a:r>
            <a:r>
              <a:rPr b="0" lang="ru-RU" sz="1200" spc="-1" strike="noStrike">
                <a:solidFill>
                  <a:schemeClr val="dk1"/>
                </a:solidFill>
                <a:latin typeface="+mn-lt"/>
                <a:ea typeface="+mn-ea"/>
              </a:rPr>
              <a:t> Успех проекта зависит от того, как работают друг с другом разработчики, клиенты и пользователи. Это влияет на скорость внесения в приложение корректировок и обновлений. Если сборку и тестирование можно автоматизировать, то во многих других операциях требуется участие человека. Чтобы взаимодействие происходило конструктивнее, уменьшается количество посредников между заказчиком, исполнителями и пользователями.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Создание рабочей среды.</a:t>
            </a:r>
            <a:r>
              <a:rPr b="0" lang="ru-RU" sz="1200" spc="-1" strike="noStrike">
                <a:solidFill>
                  <a:schemeClr val="dk1"/>
                </a:solidFill>
                <a:latin typeface="+mn-lt"/>
                <a:ea typeface="+mn-ea"/>
              </a:rPr>
              <a:t> Для удобства совместной работы у разработчиков должно быть общее рабочее пространство. Помимо основной ветки процесса в нем должна быть побочная – в ней удобнее проводить тестирование, вносить корректировки, отслеживать отказоустойчивость и т.д.</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СI/CD представляет собой современную аналогию конвейерного производства. Их объединяют четкое распределение труда, непрерывный, потоковый характер рабочего процесса, параллельное выполнение сразу нескольких задач (например, кодинга и тестирования). </a:t>
            </a:r>
            <a:r>
              <a:rPr b="0" lang="en-US" sz="1200" spc="-1" strike="noStrike">
                <a:solidFill>
                  <a:schemeClr val="dk1"/>
                </a:solidFill>
                <a:latin typeface="+mn-lt"/>
                <a:ea typeface="+mn-ea"/>
              </a:rPr>
              <a:t> </a:t>
            </a:r>
            <a:endParaRPr b="0" lang="en-US" sz="1200" spc="-1" strike="noStrike">
              <a:solidFill>
                <a:srgbClr val="000000"/>
              </a:solidFill>
              <a:latin typeface="Arial"/>
            </a:endParaRPr>
          </a:p>
        </p:txBody>
      </p:sp>
      <p:sp>
        <p:nvSpPr>
          <p:cNvPr id="387" name="PlaceHolder 3"/>
          <p:cNvSpPr>
            <a:spLocks noGrp="1"/>
          </p:cNvSpPr>
          <p:nvPr>
            <p:ph type="sldNum" idx="45"/>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1EEE627-CE08-47ED-ADA5-D03C6D97F5A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2925720" y="849240"/>
            <a:ext cx="4076280" cy="2293560"/>
          </a:xfrm>
          <a:prstGeom prst="rect">
            <a:avLst/>
          </a:prstGeom>
          <a:ln w="0">
            <a:noFill/>
          </a:ln>
        </p:spPr>
      </p:sp>
      <p:sp>
        <p:nvSpPr>
          <p:cNvPr id="389"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1" lang="ru-RU" sz="1200" spc="-1" strike="noStrike">
                <a:solidFill>
                  <a:schemeClr val="dk1"/>
                </a:solidFill>
                <a:latin typeface="+mn-lt"/>
                <a:ea typeface="+mn-ea"/>
              </a:rPr>
              <a:t>Код</a:t>
            </a:r>
            <a:r>
              <a:rPr b="0" lang="ru-RU" sz="1200" spc="-1" strike="noStrike">
                <a:solidFill>
                  <a:schemeClr val="dk1"/>
                </a:solidFill>
                <a:latin typeface="+mn-lt"/>
                <a:ea typeface="+mn-ea"/>
              </a:rPr>
              <a:t>. Команда разработки пишет новый код, исправляет ошибки или внедряет дополнительные функции, выполняет тесты, а затем отправляет в ветку master с актуальной сборкой программного продукта. Одна или несколько команд могут отправить любое количество модулей с кодом в ветку master.</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Сборка</a:t>
            </a:r>
            <a:r>
              <a:rPr b="0" lang="ru-RU" sz="1200" spc="-1" strike="noStrike">
                <a:solidFill>
                  <a:schemeClr val="dk1"/>
                </a:solidFill>
                <a:latin typeface="+mn-lt"/>
                <a:ea typeface="+mn-ea"/>
              </a:rPr>
              <a:t>. Когда срабатывает триггер, начинается автоматическая сборка и тестирование кода. Условия для запуска системы управления версиями и начала сборки настраиваются заранее.</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Тестирование</a:t>
            </a:r>
            <a:r>
              <a:rPr b="0" lang="ru-RU" sz="1200" spc="-1" strike="noStrike">
                <a:solidFill>
                  <a:schemeClr val="dk1"/>
                </a:solidFill>
                <a:latin typeface="+mn-lt"/>
                <a:ea typeface="+mn-ea"/>
              </a:rPr>
              <a:t>. Когда программа заканчивает тестировать работоспособность выкатываемой версии проекта, можно приступать к ручной проверке.</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Релиз</a:t>
            </a:r>
            <a:r>
              <a:rPr b="0" lang="ru-RU" sz="1200" spc="-1" strike="noStrike">
                <a:solidFill>
                  <a:schemeClr val="dk1"/>
                </a:solidFill>
                <a:latin typeface="+mn-lt"/>
                <a:ea typeface="+mn-ea"/>
              </a:rPr>
              <a:t>. Когда ручное тестирование завершено успешно, разработчики вносят нужные исправления и выпускают новую версию своего продукта.</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Развёртывание</a:t>
            </a:r>
            <a:r>
              <a:rPr b="0" lang="ru-RU" sz="1200" spc="-1" strike="noStrike">
                <a:solidFill>
                  <a:schemeClr val="dk1"/>
                </a:solidFill>
                <a:latin typeface="+mn-lt"/>
                <a:ea typeface="+mn-ea"/>
              </a:rPr>
              <a:t>. Финальная версия кода отправляется на боевой сервер. Пользователь начинает взаимодействовать с сервисом или приложением, изучать новые функции.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Поддержка и мониторинг</a:t>
            </a:r>
            <a:r>
              <a:rPr b="0" lang="ru-RU" sz="1200" spc="-1" strike="noStrike">
                <a:solidFill>
                  <a:schemeClr val="dk1"/>
                </a:solidFill>
                <a:latin typeface="+mn-lt"/>
                <a:ea typeface="+mn-ea"/>
              </a:rPr>
              <a:t>. Программный продукт становится доступным обычным пользователям. В этот момент отдел разработки мониторит происходящее, отслеживая и анализируя пользовательский опыт.</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Планирование</a:t>
            </a:r>
            <a:r>
              <a:rPr b="0" lang="ru-RU" sz="1200" spc="-1" strike="noStrike">
                <a:solidFill>
                  <a:schemeClr val="dk1"/>
                </a:solidFill>
                <a:latin typeface="+mn-lt"/>
                <a:ea typeface="+mn-ea"/>
              </a:rPr>
              <a:t>. Используя данные мониторинга, разработчики формулируют идеи новых функций и план дальнейших улучшений продукта. Далее команда разработки приступает к написанию кода.</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390" name="PlaceHolder 3"/>
          <p:cNvSpPr>
            <a:spLocks noGrp="1"/>
          </p:cNvSpPr>
          <p:nvPr>
            <p:ph type="sldNum" idx="46"/>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A9269A9-D3DF-4E03-876F-B3666A6E264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2925720" y="849240"/>
            <a:ext cx="4076280" cy="2293560"/>
          </a:xfrm>
          <a:prstGeom prst="rect">
            <a:avLst/>
          </a:prstGeom>
          <a:ln w="0">
            <a:noFill/>
          </a:ln>
        </p:spPr>
      </p:sp>
      <p:sp>
        <p:nvSpPr>
          <p:cNvPr id="39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https://katalon.com/resources-center/blog/ci-cd-introduction</a:t>
            </a:r>
            <a:endParaRPr b="0" lang="en-US" sz="2000" spc="-1" strike="noStrike">
              <a:solidFill>
                <a:srgbClr val="000000"/>
              </a:solidFill>
              <a:latin typeface="Arial"/>
            </a:endParaRPr>
          </a:p>
        </p:txBody>
      </p:sp>
      <p:sp>
        <p:nvSpPr>
          <p:cNvPr id="393" name="PlaceHolder 3"/>
          <p:cNvSpPr>
            <a:spLocks noGrp="1"/>
          </p:cNvSpPr>
          <p:nvPr>
            <p:ph type="sldNum" idx="4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66B5C30-9597-4AD3-A773-EE1F86D14ED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2925720" y="849240"/>
            <a:ext cx="4076280" cy="2293560"/>
          </a:xfrm>
          <a:prstGeom prst="rect">
            <a:avLst/>
          </a:prstGeom>
          <a:ln w="0">
            <a:noFill/>
          </a:ln>
        </p:spPr>
      </p:sp>
      <p:sp>
        <p:nvSpPr>
          <p:cNvPr id="39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1" lang="ru-RU" sz="1200" spc="-1" strike="noStrike">
                <a:solidFill>
                  <a:schemeClr val="dk1"/>
                </a:solidFill>
                <a:latin typeface="+mn-lt"/>
                <a:ea typeface="+mn-ea"/>
              </a:rPr>
              <a:t> </a:t>
            </a:r>
            <a:r>
              <a:rPr b="1" lang="ru-RU" sz="1200" spc="-1" strike="noStrike">
                <a:solidFill>
                  <a:schemeClr val="dk1"/>
                </a:solidFill>
                <a:latin typeface="+mn-lt"/>
                <a:ea typeface="+mn-ea"/>
              </a:rPr>
              <a:t>name: CI Pipeline</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Название workflow</a:t>
            </a:r>
            <a:r>
              <a:rPr b="0" lang="ru-RU" sz="1200" spc="-1" strike="noStrike">
                <a:solidFill>
                  <a:schemeClr val="dk1"/>
                </a:solidFill>
                <a:latin typeface="+mn-lt"/>
                <a:ea typeface="+mn-ea"/>
              </a:rPr>
              <a:t>: Это имя вашего автоматического процесса (например, будет отображаться в списке Actions на GitHub).</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2. on: [push]</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Триггер</a:t>
            </a:r>
            <a:r>
              <a:rPr b="0" lang="ru-RU" sz="1200" spc="-1" strike="noStrike">
                <a:solidFill>
                  <a:schemeClr val="dk1"/>
                </a:solidFill>
                <a:latin typeface="+mn-lt"/>
                <a:ea typeface="+mn-ea"/>
              </a:rPr>
              <a:t>: Workflow запустится </a:t>
            </a:r>
            <a:r>
              <a:rPr b="1" lang="ru-RU" sz="1200" spc="-1" strike="noStrike">
                <a:solidFill>
                  <a:schemeClr val="dk1"/>
                </a:solidFill>
                <a:latin typeface="+mn-lt"/>
                <a:ea typeface="+mn-ea"/>
              </a:rPr>
              <a:t>при любом push</a:t>
            </a:r>
            <a:r>
              <a:rPr b="0" lang="ru-RU" sz="1200" spc="-1" strike="noStrike">
                <a:solidFill>
                  <a:schemeClr val="dk1"/>
                </a:solidFill>
                <a:latin typeface="+mn-lt"/>
                <a:ea typeface="+mn-ea"/>
              </a:rPr>
              <a:t> в репозиторий (когда вы или кто-то загружает изменения в GitHub).</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3. jobs:</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Начало списка задач</a:t>
            </a:r>
            <a:r>
              <a:rPr b="0" lang="ru-RU" sz="1200" spc="-1" strike="noStrike">
                <a:solidFill>
                  <a:schemeClr val="dk1"/>
                </a:solidFill>
                <a:latin typeface="+mn-lt"/>
                <a:ea typeface="+mn-ea"/>
              </a:rPr>
              <a:t>: Здесь описываются все задачи, которые нужно выполнить (может быть несколько задач).</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4. build-and-test:</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Название задачи</a:t>
            </a:r>
            <a:r>
              <a:rPr b="0" lang="ru-RU" sz="1200" spc="-1" strike="noStrike">
                <a:solidFill>
                  <a:schemeClr val="dk1"/>
                </a:solidFill>
                <a:latin typeface="+mn-lt"/>
                <a:ea typeface="+mn-ea"/>
              </a:rPr>
              <a:t>: Эту задачу можно назвать как угодно (например, «тестирование-и-сборка»).</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5. runs-on: ubuntu-latest</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Окружение</a:t>
            </a:r>
            <a:r>
              <a:rPr b="0" lang="ru-RU" sz="1200" spc="-1" strike="noStrike">
                <a:solidFill>
                  <a:schemeClr val="dk1"/>
                </a:solidFill>
                <a:latin typeface="+mn-lt"/>
                <a:ea typeface="+mn-ea"/>
              </a:rPr>
              <a:t>: Задача будет выполняться на виртуальной машине с последней версией Ubuntu (предоставляется GitHub).</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6. steps:</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Список шагов</a:t>
            </a:r>
            <a:r>
              <a:rPr b="0" lang="ru-RU" sz="1200" spc="-1" strike="noStrike">
                <a:solidFill>
                  <a:schemeClr val="dk1"/>
                </a:solidFill>
                <a:latin typeface="+mn-lt"/>
                <a:ea typeface="+mn-ea"/>
              </a:rPr>
              <a:t>: Начало перечисления действий, которые выполнятся внутри задачи.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7. - name: Checkout code</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Шаг 1 — название</a:t>
            </a:r>
            <a:r>
              <a:rPr b="0" lang="ru-RU" sz="1200" spc="-1" strike="noStrike">
                <a:solidFill>
                  <a:schemeClr val="dk1"/>
                </a:solidFill>
                <a:latin typeface="+mn-lt"/>
                <a:ea typeface="+mn-ea"/>
              </a:rPr>
              <a:t>: «Достань код из репозитория». Без этого шага у процесса не будет доступа к вашему коду.</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8. uses: actions/checkout@v4</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Что делает</a:t>
            </a:r>
            <a:r>
              <a:rPr b="0" lang="ru-RU" sz="1200" spc="-1" strike="noStrike">
                <a:solidFill>
                  <a:schemeClr val="dk1"/>
                </a:solidFill>
                <a:latin typeface="+mn-lt"/>
                <a:ea typeface="+mn-ea"/>
              </a:rPr>
              <a:t>: Использует готовое действие от GitHub, чтобы скопировать ваш репозиторий на виртуальную машину.</a:t>
            </a:r>
            <a:br>
              <a:rPr sz="1200"/>
            </a:br>
            <a:r>
              <a:rPr b="0" lang="ru-RU" sz="1200" spc="-1" strike="noStrike">
                <a:solidFill>
                  <a:schemeClr val="dk1"/>
                </a:solidFill>
                <a:latin typeface="+mn-lt"/>
                <a:ea typeface="+mn-ea"/>
              </a:rPr>
              <a:t>→ @v4 — версия этого действия (как номер версии в приложении).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9. - name: Install dependencies</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Шаг 2 — название</a:t>
            </a:r>
            <a:r>
              <a:rPr b="0" lang="ru-RU" sz="1200" spc="-1" strike="noStrike">
                <a:solidFill>
                  <a:schemeClr val="dk1"/>
                </a:solidFill>
                <a:latin typeface="+mn-lt"/>
                <a:ea typeface="+mn-ea"/>
              </a:rPr>
              <a:t>: «Установи зависимости». Например, библиотеки, без которых проект не соберется.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10. run: npm install</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Команда</a:t>
            </a:r>
            <a:r>
              <a:rPr b="0" lang="ru-RU" sz="1200" spc="-1" strike="noStrike">
                <a:solidFill>
                  <a:schemeClr val="dk1"/>
                </a:solidFill>
                <a:latin typeface="+mn-lt"/>
                <a:ea typeface="+mn-ea"/>
              </a:rPr>
              <a:t>: Выполняет npm install в терминале (установка пакетов для Node.js).</a:t>
            </a:r>
            <a:br>
              <a:rPr sz="1200"/>
            </a:br>
            <a:r>
              <a:rPr b="0" lang="ru-RU" sz="1200" spc="-1" strike="noStrike">
                <a:solidFill>
                  <a:schemeClr val="dk1"/>
                </a:solidFill>
                <a:latin typeface="+mn-lt"/>
                <a:ea typeface="+mn-ea"/>
              </a:rPr>
              <a:t>→ Если бы проект был на Python, здесь могло бы быть pip install -r requirements.txt.</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11. - name: Run tests</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Шаг 3 — название</a:t>
            </a:r>
            <a:r>
              <a:rPr b="0" lang="ru-RU" sz="1200" spc="-1" strike="noStrike">
                <a:solidFill>
                  <a:schemeClr val="dk1"/>
                </a:solidFill>
                <a:latin typeface="+mn-lt"/>
                <a:ea typeface="+mn-ea"/>
              </a:rPr>
              <a:t>: «Запусти тесты». Проверяет, не сломали ли изменения существующий функционал.</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12. run: npm test</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Команда</a:t>
            </a:r>
            <a:r>
              <a:rPr b="0" lang="ru-RU" sz="1200" spc="-1" strike="noStrike">
                <a:solidFill>
                  <a:schemeClr val="dk1"/>
                </a:solidFill>
                <a:latin typeface="+mn-lt"/>
                <a:ea typeface="+mn-ea"/>
              </a:rPr>
              <a:t>: Запускает тесты через npm test (стандартная команда для тестов в Node.js).</a:t>
            </a:r>
            <a:br>
              <a:rPr sz="1200"/>
            </a:br>
            <a:r>
              <a:rPr b="0" lang="ru-RU" sz="1200" spc="-1" strike="noStrike">
                <a:solidFill>
                  <a:schemeClr val="dk1"/>
                </a:solidFill>
                <a:latin typeface="+mn-lt"/>
                <a:ea typeface="+mn-ea"/>
              </a:rPr>
              <a:t>→ Если тесты провалятся — весь workflow завершится с ошибкой ❌.</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13. - name: Build project</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Шаг 4 — название</a:t>
            </a:r>
            <a:r>
              <a:rPr b="0" lang="ru-RU" sz="1200" spc="-1" strike="noStrike">
                <a:solidFill>
                  <a:schemeClr val="dk1"/>
                </a:solidFill>
                <a:latin typeface="+mn-lt"/>
                <a:ea typeface="+mn-ea"/>
              </a:rPr>
              <a:t>: «Собери проект». Подготовка кода к использованию (например, минификация, компиляция).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14. run: npm run build</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1" lang="ru-RU" sz="1200" spc="-1" strike="noStrike">
                <a:solidFill>
                  <a:schemeClr val="dk1"/>
                </a:solidFill>
                <a:latin typeface="+mn-lt"/>
                <a:ea typeface="+mn-ea"/>
              </a:rPr>
              <a:t>Команда</a:t>
            </a:r>
            <a:r>
              <a:rPr b="0" lang="ru-RU" sz="1200" spc="-1" strike="noStrike">
                <a:solidFill>
                  <a:schemeClr val="dk1"/>
                </a:solidFill>
                <a:latin typeface="+mn-lt"/>
                <a:ea typeface="+mn-ea"/>
              </a:rPr>
              <a:t>: Запускает сборку проекта через npm run build (создает папку dist/ или аналогичную).</a:t>
            </a:r>
            <a:br>
              <a:rPr sz="1200"/>
            </a:br>
            <a:r>
              <a:rPr b="0" lang="ru-RU" sz="1200" spc="-1" strike="noStrike">
                <a:solidFill>
                  <a:schemeClr val="dk1"/>
                </a:solidFill>
                <a:latin typeface="+mn-lt"/>
                <a:ea typeface="+mn-ea"/>
              </a:rPr>
              <a:t>→ Результат можно загрузить как артефакт или использовать для деплоя.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Как это работает вместе:</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Вы делаете git push → GitHub запускает этот workflow.</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Виртуальная машина с Ubuntu копирует ваш код.</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Устанавливает зависимости → запускает тесты → собирает проект.</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Если все шаги прошли успешно — статус workflow будет ✅, иначе — ❌.</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Пример сценария:</a:t>
            </a:r>
            <a:br>
              <a:rPr sz="1200"/>
            </a:br>
            <a:r>
              <a:rPr b="0" lang="ru-RU" sz="1200" spc="-1" strike="noStrike">
                <a:solidFill>
                  <a:schemeClr val="dk1"/>
                </a:solidFill>
                <a:latin typeface="+mn-lt"/>
                <a:ea typeface="+mn-ea"/>
              </a:rPr>
              <a:t>Если вы забыли установить библиотеку, шаг npm install выдаст ошибку → процесс остановится, и вы получите уведомление.</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396" name="PlaceHolder 3"/>
          <p:cNvSpPr>
            <a:spLocks noGrp="1"/>
          </p:cNvSpPr>
          <p:nvPr>
            <p:ph type="sldNum" idx="4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DD431BC-910C-4FA0-B343-A777DE60068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2925720" y="849240"/>
            <a:ext cx="4076280" cy="2293560"/>
          </a:xfrm>
          <a:prstGeom prst="rect">
            <a:avLst/>
          </a:prstGeom>
          <a:ln w="0">
            <a:noFill/>
          </a:ln>
        </p:spPr>
      </p:sp>
      <p:sp>
        <p:nvSpPr>
          <p:cNvPr id="39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1" lang="ru-RU" sz="1200" spc="-1" strike="noStrike">
                <a:solidFill>
                  <a:schemeClr val="dk1"/>
                </a:solidFill>
                <a:latin typeface="+mn-lt"/>
                <a:ea typeface="+mn-ea"/>
              </a:rPr>
              <a:t> </a:t>
            </a:r>
            <a:r>
              <a:rPr b="1" lang="en-US" sz="1200" spc="-1" strike="noStrike">
                <a:solidFill>
                  <a:schemeClr val="dk1"/>
                </a:solidFill>
                <a:latin typeface="+mn-lt"/>
                <a:ea typeface="+mn-ea"/>
              </a:rPr>
              <a:t>1. name: CD Pipeline</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Название </a:t>
            </a:r>
            <a:r>
              <a:rPr b="1" lang="en-US" sz="1200" spc="-1" strike="noStrike">
                <a:solidFill>
                  <a:schemeClr val="dk1"/>
                </a:solidFill>
                <a:latin typeface="+mn-lt"/>
                <a:ea typeface="+mn-ea"/>
              </a:rPr>
              <a:t>workflow</a:t>
            </a:r>
            <a:r>
              <a:rPr b="0" lang="en-US" sz="1200" spc="-1" strike="noStrike">
                <a:solidFill>
                  <a:schemeClr val="dk1"/>
                </a:solidFill>
                <a:latin typeface="+mn-lt"/>
                <a:ea typeface="+mn-ea"/>
              </a:rPr>
              <a:t>: </a:t>
            </a:r>
            <a:r>
              <a:rPr b="0" lang="ru-RU" sz="1200" spc="-1" strike="noStrike">
                <a:solidFill>
                  <a:schemeClr val="dk1"/>
                </a:solidFill>
                <a:latin typeface="+mn-lt"/>
                <a:ea typeface="+mn-ea"/>
              </a:rPr>
              <a:t>Это имя процесса, которое будет отображаться в </a:t>
            </a:r>
            <a:r>
              <a:rPr b="0" lang="en-US" sz="1200" spc="-1" strike="noStrike">
                <a:solidFill>
                  <a:schemeClr val="dk1"/>
                </a:solidFill>
                <a:latin typeface="+mn-lt"/>
                <a:ea typeface="+mn-ea"/>
              </a:rPr>
              <a:t>GitHub Actions (</a:t>
            </a:r>
            <a:r>
              <a:rPr b="0" lang="ru-RU" sz="1200" spc="-1" strike="noStrike">
                <a:solidFill>
                  <a:schemeClr val="dk1"/>
                </a:solidFill>
                <a:latin typeface="+mn-lt"/>
                <a:ea typeface="+mn-ea"/>
              </a:rPr>
              <a:t>например, "</a:t>
            </a:r>
            <a:r>
              <a:rPr b="0" lang="en-US" sz="1200" spc="-1" strike="noStrike">
                <a:solidFill>
                  <a:schemeClr val="dk1"/>
                </a:solidFill>
                <a:latin typeface="+mn-lt"/>
                <a:ea typeface="+mn-ea"/>
              </a:rPr>
              <a:t>CD Pipeline").</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2. on:</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Триггеры</a:t>
            </a:r>
            <a:r>
              <a:rPr b="0" lang="ru-RU" sz="1200" spc="-1" strike="noStrike">
                <a:solidFill>
                  <a:schemeClr val="dk1"/>
                </a:solidFill>
                <a:latin typeface="+mn-lt"/>
                <a:ea typeface="+mn-ea"/>
              </a:rPr>
              <a:t>: Указывает, при каких событиях запускать </a:t>
            </a:r>
            <a:r>
              <a:rPr b="0" lang="en-US" sz="1200" spc="-1" strike="noStrike">
                <a:solidFill>
                  <a:schemeClr val="dk1"/>
                </a:solidFill>
                <a:latin typeface="+mn-lt"/>
                <a:ea typeface="+mn-ea"/>
              </a:rPr>
              <a:t>workflow.</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3. push:</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0" lang="en-US" sz="1200" spc="-1" strike="noStrike">
                <a:solidFill>
                  <a:schemeClr val="dk1"/>
                </a:solidFill>
                <a:latin typeface="+mn-lt"/>
                <a:ea typeface="+mn-ea"/>
              </a:rPr>
              <a:t>Workflow </a:t>
            </a:r>
            <a:r>
              <a:rPr b="0" lang="ru-RU" sz="1200" spc="-1" strike="noStrike">
                <a:solidFill>
                  <a:schemeClr val="dk1"/>
                </a:solidFill>
                <a:latin typeface="+mn-lt"/>
                <a:ea typeface="+mn-ea"/>
              </a:rPr>
              <a:t>запустится </a:t>
            </a:r>
            <a:r>
              <a:rPr b="1" lang="ru-RU" sz="1200" spc="-1" strike="noStrike">
                <a:solidFill>
                  <a:schemeClr val="dk1"/>
                </a:solidFill>
                <a:latin typeface="+mn-lt"/>
                <a:ea typeface="+mn-ea"/>
              </a:rPr>
              <a:t>только при пуше</a:t>
            </a:r>
            <a:r>
              <a:rPr b="0" lang="ru-RU" sz="1200" spc="-1" strike="noStrike">
                <a:solidFill>
                  <a:schemeClr val="dk1"/>
                </a:solidFill>
                <a:latin typeface="+mn-lt"/>
                <a:ea typeface="+mn-ea"/>
              </a:rPr>
              <a:t> (загрузке изменений в репозиторий).</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4. </a:t>
            </a:r>
            <a:r>
              <a:rPr b="1" lang="en-US" sz="1200" spc="-1" strike="noStrike">
                <a:solidFill>
                  <a:schemeClr val="dk1"/>
                </a:solidFill>
                <a:latin typeface="+mn-lt"/>
                <a:ea typeface="+mn-ea"/>
              </a:rPr>
              <a:t>branches: [main]</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0" lang="ru-RU" sz="1200" spc="-1" strike="noStrike">
                <a:solidFill>
                  <a:schemeClr val="dk1"/>
                </a:solidFill>
                <a:latin typeface="+mn-lt"/>
                <a:ea typeface="+mn-ea"/>
              </a:rPr>
              <a:t>Срабатывает </a:t>
            </a:r>
            <a:r>
              <a:rPr b="1" lang="ru-RU" sz="1200" spc="-1" strike="noStrike">
                <a:solidFill>
                  <a:schemeClr val="dk1"/>
                </a:solidFill>
                <a:latin typeface="+mn-lt"/>
                <a:ea typeface="+mn-ea"/>
              </a:rPr>
              <a:t>только для ветки </a:t>
            </a:r>
            <a:r>
              <a:rPr b="1" lang="en-US" sz="1200" spc="-1" strike="noStrike">
                <a:solidFill>
                  <a:schemeClr val="dk1"/>
                </a:solidFill>
                <a:latin typeface="+mn-lt"/>
                <a:ea typeface="+mn-ea"/>
              </a:rPr>
              <a:t>main</a:t>
            </a:r>
            <a:r>
              <a:rPr b="0" lang="en-US" sz="1200" spc="-1" strike="noStrike">
                <a:solidFill>
                  <a:schemeClr val="dk1"/>
                </a:solidFill>
                <a:latin typeface="+mn-lt"/>
                <a:ea typeface="+mn-ea"/>
              </a:rPr>
              <a:t>. </a:t>
            </a:r>
            <a:r>
              <a:rPr b="0" lang="ru-RU" sz="1200" spc="-1" strike="noStrike">
                <a:solidFill>
                  <a:schemeClr val="dk1"/>
                </a:solidFill>
                <a:latin typeface="+mn-lt"/>
                <a:ea typeface="+mn-ea"/>
              </a:rPr>
              <a:t>Это типично для </a:t>
            </a:r>
            <a:r>
              <a:rPr b="0" lang="en-US" sz="1200" spc="-1" strike="noStrike">
                <a:solidFill>
                  <a:schemeClr val="dk1"/>
                </a:solidFill>
                <a:latin typeface="+mn-lt"/>
                <a:ea typeface="+mn-ea"/>
              </a:rPr>
              <a:t>CD — </a:t>
            </a:r>
            <a:r>
              <a:rPr b="0" lang="ru-RU" sz="1200" spc="-1" strike="noStrike">
                <a:solidFill>
                  <a:schemeClr val="dk1"/>
                </a:solidFill>
                <a:latin typeface="+mn-lt"/>
                <a:ea typeface="+mn-ea"/>
              </a:rPr>
              <a:t>деплой происходит после слияния в основную ветку.</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5. </a:t>
            </a:r>
            <a:r>
              <a:rPr b="1" lang="en-US" sz="1200" spc="-1" strike="noStrike">
                <a:solidFill>
                  <a:schemeClr val="dk1"/>
                </a:solidFill>
                <a:latin typeface="+mn-lt"/>
                <a:ea typeface="+mn-ea"/>
              </a:rPr>
              <a:t>jobs:</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Секция задач</a:t>
            </a:r>
            <a:r>
              <a:rPr b="0" lang="ru-RU" sz="1200" spc="-1" strike="noStrike">
                <a:solidFill>
                  <a:schemeClr val="dk1"/>
                </a:solidFill>
                <a:latin typeface="+mn-lt"/>
                <a:ea typeface="+mn-ea"/>
              </a:rPr>
              <a:t>: Начало списка задач, которые будут выполнены.</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6. </a:t>
            </a:r>
            <a:r>
              <a:rPr b="1" lang="en-US" sz="1200" spc="-1" strike="noStrike">
                <a:solidFill>
                  <a:schemeClr val="dk1"/>
                </a:solidFill>
                <a:latin typeface="+mn-lt"/>
                <a:ea typeface="+mn-ea"/>
              </a:rPr>
              <a:t>deploy:</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Название задачи</a:t>
            </a:r>
            <a:r>
              <a:rPr b="0" lang="ru-RU" sz="1200" spc="-1" strike="noStrike">
                <a:solidFill>
                  <a:schemeClr val="dk1"/>
                </a:solidFill>
                <a:latin typeface="+mn-lt"/>
                <a:ea typeface="+mn-ea"/>
              </a:rPr>
              <a:t>: Здесь можно было бы написать что-то вроде "</a:t>
            </a:r>
            <a:r>
              <a:rPr b="0" lang="en-US" sz="1200" spc="-1" strike="noStrike">
                <a:solidFill>
                  <a:schemeClr val="dk1"/>
                </a:solidFill>
                <a:latin typeface="+mn-lt"/>
                <a:ea typeface="+mn-ea"/>
              </a:rPr>
              <a:t>deploy-to-production".</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7. runs-on: ubuntu-latest</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Окружение</a:t>
            </a:r>
            <a:r>
              <a:rPr b="0" lang="ru-RU" sz="1200" spc="-1" strike="noStrike">
                <a:solidFill>
                  <a:schemeClr val="dk1"/>
                </a:solidFill>
                <a:latin typeface="+mn-lt"/>
                <a:ea typeface="+mn-ea"/>
              </a:rPr>
              <a:t>: Задача выполняется на виртуальной машине с </a:t>
            </a:r>
            <a:r>
              <a:rPr b="0" lang="en-US" sz="1200" spc="-1" strike="noStrike">
                <a:solidFill>
                  <a:schemeClr val="dk1"/>
                </a:solidFill>
                <a:latin typeface="+mn-lt"/>
                <a:ea typeface="+mn-ea"/>
              </a:rPr>
              <a:t>Ubuntu (</a:t>
            </a:r>
            <a:r>
              <a:rPr b="0" lang="ru-RU" sz="1200" spc="-1" strike="noStrike">
                <a:solidFill>
                  <a:schemeClr val="dk1"/>
                </a:solidFill>
                <a:latin typeface="+mn-lt"/>
                <a:ea typeface="+mn-ea"/>
              </a:rPr>
              <a:t>предоставляется </a:t>
            </a:r>
            <a:r>
              <a:rPr b="0" lang="en-US" sz="1200" spc="-1" strike="noStrike">
                <a:solidFill>
                  <a:schemeClr val="dk1"/>
                </a:solidFill>
                <a:latin typeface="+mn-lt"/>
                <a:ea typeface="+mn-ea"/>
              </a:rPr>
              <a:t>GitHub).</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8. steps:</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Список шагов</a:t>
            </a:r>
            <a:r>
              <a:rPr b="0" lang="ru-RU" sz="1200" spc="-1" strike="noStrike">
                <a:solidFill>
                  <a:schemeClr val="dk1"/>
                </a:solidFill>
                <a:latin typeface="+mn-lt"/>
                <a:ea typeface="+mn-ea"/>
              </a:rPr>
              <a:t>: Последовательность действий для деплоя.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9. - </a:t>
            </a:r>
            <a:r>
              <a:rPr b="1" lang="en-US" sz="1200" spc="-1" strike="noStrike">
                <a:solidFill>
                  <a:schemeClr val="dk1"/>
                </a:solidFill>
                <a:latin typeface="+mn-lt"/>
                <a:ea typeface="+mn-ea"/>
              </a:rPr>
              <a:t>name: Checkout code</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Шаг 1 — название</a:t>
            </a:r>
            <a:r>
              <a:rPr b="0" lang="ru-RU" sz="1200" spc="-1" strike="noStrike">
                <a:solidFill>
                  <a:schemeClr val="dk1"/>
                </a:solidFill>
                <a:latin typeface="+mn-lt"/>
                <a:ea typeface="+mn-ea"/>
              </a:rPr>
              <a:t>: "Скопируй код из репозитория".</a:t>
            </a:r>
            <a:br>
              <a:rPr sz="1200"/>
            </a:br>
            <a:r>
              <a:rPr b="0" lang="ru-RU" sz="1200" spc="-1" strike="noStrike">
                <a:solidFill>
                  <a:schemeClr val="dk1"/>
                </a:solidFill>
                <a:latin typeface="+mn-lt"/>
                <a:ea typeface="+mn-ea"/>
              </a:rPr>
              <a:t>Без этого шага у процесса не будет доступа к вашему коду.</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10. </a:t>
            </a:r>
            <a:r>
              <a:rPr b="1" lang="en-US" sz="1200" spc="-1" strike="noStrike">
                <a:solidFill>
                  <a:schemeClr val="dk1"/>
                </a:solidFill>
                <a:latin typeface="+mn-lt"/>
                <a:ea typeface="+mn-ea"/>
              </a:rPr>
              <a:t>uses: actions/checkout@v4</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Действие</a:t>
            </a:r>
            <a:r>
              <a:rPr b="0" lang="ru-RU" sz="1200" spc="-1" strike="noStrike">
                <a:solidFill>
                  <a:schemeClr val="dk1"/>
                </a:solidFill>
                <a:latin typeface="+mn-lt"/>
                <a:ea typeface="+mn-ea"/>
              </a:rPr>
              <a:t>: Использует официальный </a:t>
            </a:r>
            <a:r>
              <a:rPr b="0" lang="en-US" sz="1200" spc="-1" strike="noStrike">
                <a:solidFill>
                  <a:schemeClr val="dk1"/>
                </a:solidFill>
                <a:latin typeface="+mn-lt"/>
                <a:ea typeface="+mn-ea"/>
              </a:rPr>
              <a:t>GitHub Action </a:t>
            </a:r>
            <a:r>
              <a:rPr b="0" lang="ru-RU" sz="1200" spc="-1" strike="noStrike">
                <a:solidFill>
                  <a:schemeClr val="dk1"/>
                </a:solidFill>
                <a:latin typeface="+mn-lt"/>
                <a:ea typeface="+mn-ea"/>
              </a:rPr>
              <a:t>для копирования репозитория.</a:t>
            </a:r>
            <a:br>
              <a:rPr sz="1200"/>
            </a:br>
            <a:r>
              <a:rPr b="0" lang="ru-RU" sz="1200" spc="-1" strike="noStrike">
                <a:solidFill>
                  <a:schemeClr val="dk1"/>
                </a:solidFill>
                <a:latin typeface="+mn-lt"/>
                <a:ea typeface="+mn-ea"/>
              </a:rPr>
              <a:t>@</a:t>
            </a:r>
            <a:r>
              <a:rPr b="0" lang="en-US" sz="1200" spc="-1" strike="noStrike">
                <a:solidFill>
                  <a:schemeClr val="dk1"/>
                </a:solidFill>
                <a:latin typeface="+mn-lt"/>
                <a:ea typeface="+mn-ea"/>
              </a:rPr>
              <a:t>v4 — </a:t>
            </a:r>
            <a:r>
              <a:rPr b="0" lang="ru-RU" sz="1200" spc="-1" strike="noStrike">
                <a:solidFill>
                  <a:schemeClr val="dk1"/>
                </a:solidFill>
                <a:latin typeface="+mn-lt"/>
                <a:ea typeface="+mn-ea"/>
              </a:rPr>
              <a:t>версия этого действия (всегда лучше указывать конкретную версию).</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11. - </a:t>
            </a:r>
            <a:r>
              <a:rPr b="1" lang="en-US" sz="1200" spc="-1" strike="noStrike">
                <a:solidFill>
                  <a:schemeClr val="dk1"/>
                </a:solidFill>
                <a:latin typeface="+mn-lt"/>
                <a:ea typeface="+mn-ea"/>
              </a:rPr>
              <a:t>name: Install dependencies</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Шаг 2 — название</a:t>
            </a:r>
            <a:r>
              <a:rPr b="0" lang="ru-RU" sz="1200" spc="-1" strike="noStrike">
                <a:solidFill>
                  <a:schemeClr val="dk1"/>
                </a:solidFill>
                <a:latin typeface="+mn-lt"/>
                <a:ea typeface="+mn-ea"/>
              </a:rPr>
              <a:t>: "Установи зависимости проекта".</a:t>
            </a:r>
            <a:br>
              <a:rPr sz="1200"/>
            </a:br>
            <a:r>
              <a:rPr b="0" lang="ru-RU" sz="1200" spc="-1" strike="noStrike">
                <a:solidFill>
                  <a:schemeClr val="dk1"/>
                </a:solidFill>
                <a:latin typeface="+mn-lt"/>
                <a:ea typeface="+mn-ea"/>
              </a:rPr>
              <a:t>Например, </a:t>
            </a:r>
            <a:r>
              <a:rPr b="0" lang="en-US" sz="1200" spc="-1" strike="noStrike">
                <a:solidFill>
                  <a:schemeClr val="dk1"/>
                </a:solidFill>
                <a:latin typeface="+mn-lt"/>
                <a:ea typeface="+mn-ea"/>
              </a:rPr>
              <a:t>Node.js-</a:t>
            </a:r>
            <a:r>
              <a:rPr b="0" lang="ru-RU" sz="1200" spc="-1" strike="noStrike">
                <a:solidFill>
                  <a:schemeClr val="dk1"/>
                </a:solidFill>
                <a:latin typeface="+mn-lt"/>
                <a:ea typeface="+mn-ea"/>
              </a:rPr>
              <a:t>библиотеки из </a:t>
            </a:r>
            <a:r>
              <a:rPr b="0" lang="en-US" sz="1200" spc="-1" strike="noStrike">
                <a:solidFill>
                  <a:schemeClr val="dk1"/>
                </a:solidFill>
                <a:latin typeface="+mn-lt"/>
                <a:ea typeface="+mn-ea"/>
              </a:rPr>
              <a:t>package.json.</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12. run: npm install</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Команда</a:t>
            </a:r>
            <a:r>
              <a:rPr b="0" lang="ru-RU" sz="1200" spc="-1" strike="noStrike">
                <a:solidFill>
                  <a:schemeClr val="dk1"/>
                </a:solidFill>
                <a:latin typeface="+mn-lt"/>
                <a:ea typeface="+mn-ea"/>
              </a:rPr>
              <a:t>: Устанавливает зависимости через </a:t>
            </a:r>
            <a:r>
              <a:rPr b="0" lang="en-US" sz="1200" spc="-1" strike="noStrike">
                <a:solidFill>
                  <a:schemeClr val="dk1"/>
                </a:solidFill>
                <a:latin typeface="+mn-lt"/>
                <a:ea typeface="+mn-ea"/>
              </a:rPr>
              <a:t>npm (</a:t>
            </a:r>
            <a:r>
              <a:rPr b="0" lang="ru-RU" sz="1200" spc="-1" strike="noStrike">
                <a:solidFill>
                  <a:schemeClr val="dk1"/>
                </a:solidFill>
                <a:latin typeface="+mn-lt"/>
                <a:ea typeface="+mn-ea"/>
              </a:rPr>
              <a:t>менеджер пакетов для </a:t>
            </a:r>
            <a:r>
              <a:rPr b="0" lang="en-US" sz="1200" spc="-1" strike="noStrike">
                <a:solidFill>
                  <a:schemeClr val="dk1"/>
                </a:solidFill>
                <a:latin typeface="+mn-lt"/>
                <a:ea typeface="+mn-ea"/>
              </a:rPr>
              <a:t>JavaScript).</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13. - name: Build project</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Шаг 3 — название</a:t>
            </a:r>
            <a:r>
              <a:rPr b="0" lang="ru-RU" sz="1200" spc="-1" strike="noStrike">
                <a:solidFill>
                  <a:schemeClr val="dk1"/>
                </a:solidFill>
                <a:latin typeface="+mn-lt"/>
                <a:ea typeface="+mn-ea"/>
              </a:rPr>
              <a:t>: "Собери проект".</a:t>
            </a:r>
            <a:br>
              <a:rPr sz="1200"/>
            </a:br>
            <a:r>
              <a:rPr b="0" lang="ru-RU" sz="1200" spc="-1" strike="noStrike">
                <a:solidFill>
                  <a:schemeClr val="dk1"/>
                </a:solidFill>
                <a:latin typeface="+mn-lt"/>
                <a:ea typeface="+mn-ea"/>
              </a:rPr>
              <a:t>Подготовка кода к деплою (например, минификация </a:t>
            </a:r>
            <a:r>
              <a:rPr b="0" lang="en-US" sz="1200" spc="-1" strike="noStrike">
                <a:solidFill>
                  <a:schemeClr val="dk1"/>
                </a:solidFill>
                <a:latin typeface="+mn-lt"/>
                <a:ea typeface="+mn-ea"/>
              </a:rPr>
              <a:t>CSS/JS).</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14. run: npm run build</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Команда</a:t>
            </a:r>
            <a:r>
              <a:rPr b="0" lang="ru-RU" sz="1200" spc="-1" strike="noStrike">
                <a:solidFill>
                  <a:schemeClr val="dk1"/>
                </a:solidFill>
                <a:latin typeface="+mn-lt"/>
                <a:ea typeface="+mn-ea"/>
              </a:rPr>
              <a:t>: Запускает сборку через </a:t>
            </a:r>
            <a:r>
              <a:rPr b="0" lang="en-US" sz="1200" spc="-1" strike="noStrike">
                <a:solidFill>
                  <a:schemeClr val="dk1"/>
                </a:solidFill>
                <a:latin typeface="+mn-lt"/>
                <a:ea typeface="+mn-ea"/>
              </a:rPr>
              <a:t>npm.</a:t>
            </a:r>
            <a:br>
              <a:rPr sz="1200"/>
            </a:br>
            <a:r>
              <a:rPr b="0" lang="ru-RU" sz="1200" spc="-1" strike="noStrike">
                <a:solidFill>
                  <a:schemeClr val="dk1"/>
                </a:solidFill>
                <a:latin typeface="+mn-lt"/>
                <a:ea typeface="+mn-ea"/>
              </a:rPr>
              <a:t>Обычно создает папку </a:t>
            </a:r>
            <a:r>
              <a:rPr b="0" lang="en-US" sz="1200" spc="-1" strike="noStrike">
                <a:solidFill>
                  <a:schemeClr val="dk1"/>
                </a:solidFill>
                <a:latin typeface="+mn-lt"/>
                <a:ea typeface="+mn-ea"/>
              </a:rPr>
              <a:t>dist/ </a:t>
            </a:r>
            <a:r>
              <a:rPr b="0" lang="ru-RU" sz="1200" spc="-1" strike="noStrike">
                <a:solidFill>
                  <a:schemeClr val="dk1"/>
                </a:solidFill>
                <a:latin typeface="+mn-lt"/>
                <a:ea typeface="+mn-ea"/>
              </a:rPr>
              <a:t>или </a:t>
            </a:r>
            <a:r>
              <a:rPr b="0" lang="en-US" sz="1200" spc="-1" strike="noStrike">
                <a:solidFill>
                  <a:schemeClr val="dk1"/>
                </a:solidFill>
                <a:latin typeface="+mn-lt"/>
                <a:ea typeface="+mn-ea"/>
              </a:rPr>
              <a:t>build/ </a:t>
            </a:r>
            <a:r>
              <a:rPr b="0" lang="ru-RU" sz="1200" spc="-1" strike="noStrike">
                <a:solidFill>
                  <a:schemeClr val="dk1"/>
                </a:solidFill>
                <a:latin typeface="+mn-lt"/>
                <a:ea typeface="+mn-ea"/>
              </a:rPr>
              <a:t>с готовыми файлами.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15. - </a:t>
            </a:r>
            <a:r>
              <a:rPr b="1" lang="en-US" sz="1200" spc="-1" strike="noStrike">
                <a:solidFill>
                  <a:schemeClr val="dk1"/>
                </a:solidFill>
                <a:latin typeface="+mn-lt"/>
                <a:ea typeface="+mn-ea"/>
              </a:rPr>
              <a:t>name: Deploy to S3</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Шаг 4 — название</a:t>
            </a:r>
            <a:r>
              <a:rPr b="0" lang="ru-RU" sz="1200" spc="-1" strike="noStrike">
                <a:solidFill>
                  <a:schemeClr val="dk1"/>
                </a:solidFill>
                <a:latin typeface="+mn-lt"/>
                <a:ea typeface="+mn-ea"/>
              </a:rPr>
              <a:t>: "Загрузи файлы на </a:t>
            </a:r>
            <a:r>
              <a:rPr b="0" lang="en-US" sz="1200" spc="-1" strike="noStrike">
                <a:solidFill>
                  <a:schemeClr val="dk1"/>
                </a:solidFill>
                <a:latin typeface="+mn-lt"/>
                <a:ea typeface="+mn-ea"/>
              </a:rPr>
              <a:t>AWS S3".</a:t>
            </a:r>
            <a:br>
              <a:rPr sz="1200"/>
            </a:br>
            <a:r>
              <a:rPr b="0" lang="en-US" sz="1200" spc="-1" strike="noStrike">
                <a:solidFill>
                  <a:schemeClr val="dk1"/>
                </a:solidFill>
                <a:latin typeface="+mn-lt"/>
                <a:ea typeface="+mn-ea"/>
              </a:rPr>
              <a:t>S3 — </a:t>
            </a:r>
            <a:r>
              <a:rPr b="0" lang="ru-RU" sz="1200" spc="-1" strike="noStrike">
                <a:solidFill>
                  <a:schemeClr val="dk1"/>
                </a:solidFill>
                <a:latin typeface="+mn-lt"/>
                <a:ea typeface="+mn-ea"/>
              </a:rPr>
              <a:t>это облачное хранилище файлов от </a:t>
            </a:r>
            <a:r>
              <a:rPr b="0" lang="en-US" sz="1200" spc="-1" strike="noStrike">
                <a:solidFill>
                  <a:schemeClr val="dk1"/>
                </a:solidFill>
                <a:latin typeface="+mn-lt"/>
                <a:ea typeface="+mn-ea"/>
              </a:rPr>
              <a:t>Amazon.</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16. uses: aws-actions/configure-aws-credentials@v2</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Действие</a:t>
            </a:r>
            <a:r>
              <a:rPr b="0" lang="ru-RU" sz="1200" spc="-1" strike="noStrike">
                <a:solidFill>
                  <a:schemeClr val="dk1"/>
                </a:solidFill>
                <a:latin typeface="+mn-lt"/>
                <a:ea typeface="+mn-ea"/>
              </a:rPr>
              <a:t>: Настраивает доступ к </a:t>
            </a:r>
            <a:r>
              <a:rPr b="0" lang="en-US" sz="1200" spc="-1" strike="noStrike">
                <a:solidFill>
                  <a:schemeClr val="dk1"/>
                </a:solidFill>
                <a:latin typeface="+mn-lt"/>
                <a:ea typeface="+mn-ea"/>
              </a:rPr>
              <a:t>AWS.</a:t>
            </a:r>
            <a:br>
              <a:rPr sz="1200"/>
            </a:br>
            <a:r>
              <a:rPr b="0" lang="ru-RU" sz="1200" spc="-1" strike="noStrike">
                <a:solidFill>
                  <a:schemeClr val="dk1"/>
                </a:solidFill>
                <a:latin typeface="+mn-lt"/>
                <a:ea typeface="+mn-ea"/>
              </a:rPr>
              <a:t>Официальный </a:t>
            </a:r>
            <a:r>
              <a:rPr b="0" lang="en-US" sz="1200" spc="-1" strike="noStrike">
                <a:solidFill>
                  <a:schemeClr val="dk1"/>
                </a:solidFill>
                <a:latin typeface="+mn-lt"/>
                <a:ea typeface="+mn-ea"/>
              </a:rPr>
              <a:t>Action </a:t>
            </a:r>
            <a:r>
              <a:rPr b="0" lang="ru-RU" sz="1200" spc="-1" strike="noStrike">
                <a:solidFill>
                  <a:schemeClr val="dk1"/>
                </a:solidFill>
                <a:latin typeface="+mn-lt"/>
                <a:ea typeface="+mn-ea"/>
              </a:rPr>
              <a:t>от </a:t>
            </a:r>
            <a:r>
              <a:rPr b="0" lang="en-US" sz="1200" spc="-1" strike="noStrike">
                <a:solidFill>
                  <a:schemeClr val="dk1"/>
                </a:solidFill>
                <a:latin typeface="+mn-lt"/>
                <a:ea typeface="+mn-ea"/>
              </a:rPr>
              <a:t>AWS </a:t>
            </a:r>
            <a:r>
              <a:rPr b="0" lang="ru-RU" sz="1200" spc="-1" strike="noStrike">
                <a:solidFill>
                  <a:schemeClr val="dk1"/>
                </a:solidFill>
                <a:latin typeface="+mn-lt"/>
                <a:ea typeface="+mn-ea"/>
              </a:rPr>
              <a:t>для авторизации.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17. </a:t>
            </a:r>
            <a:r>
              <a:rPr b="1" lang="en-US" sz="1200" spc="-1" strike="noStrike">
                <a:solidFill>
                  <a:schemeClr val="dk1"/>
                </a:solidFill>
                <a:latin typeface="+mn-lt"/>
                <a:ea typeface="+mn-ea"/>
              </a:rPr>
              <a:t>with:</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Параметры авторизации</a:t>
            </a:r>
            <a:r>
              <a:rPr b="0" lang="ru-RU" sz="1200" spc="-1" strike="noStrike">
                <a:solidFill>
                  <a:schemeClr val="dk1"/>
                </a:solidFill>
                <a:latin typeface="+mn-lt"/>
                <a:ea typeface="+mn-ea"/>
              </a:rPr>
              <a:t>: Здесь передаются данные для доступа к </a:t>
            </a:r>
            <a:r>
              <a:rPr b="0" lang="en-US" sz="1200" spc="-1" strike="noStrike">
                <a:solidFill>
                  <a:schemeClr val="dk1"/>
                </a:solidFill>
                <a:latin typeface="+mn-lt"/>
                <a:ea typeface="+mn-ea"/>
              </a:rPr>
              <a:t>AWS.</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aws-access-key-id: ${{ secrets.AWS_ACCESS_KEY }}</a:t>
            </a:r>
            <a:br>
              <a:rPr sz="1200"/>
            </a:br>
            <a:r>
              <a:rPr b="0" lang="en-US" sz="1200" spc="-1" strike="noStrike">
                <a:solidFill>
                  <a:schemeClr val="dk1"/>
                </a:solidFill>
                <a:latin typeface="+mn-lt"/>
                <a:ea typeface="+mn-ea"/>
              </a:rPr>
              <a:t>→ </a:t>
            </a:r>
            <a:r>
              <a:rPr b="0" lang="ru-RU" sz="1200" spc="-1" strike="noStrike">
                <a:solidFill>
                  <a:schemeClr val="dk1"/>
                </a:solidFill>
                <a:latin typeface="+mn-lt"/>
                <a:ea typeface="+mn-ea"/>
              </a:rPr>
              <a:t>Ключ доступа </a:t>
            </a:r>
            <a:r>
              <a:rPr b="0" lang="en-US" sz="1200" spc="-1" strike="noStrike">
                <a:solidFill>
                  <a:schemeClr val="dk1"/>
                </a:solidFill>
                <a:latin typeface="+mn-lt"/>
                <a:ea typeface="+mn-ea"/>
              </a:rPr>
              <a:t>AWS (</a:t>
            </a:r>
            <a:r>
              <a:rPr b="0" lang="ru-RU" sz="1200" spc="-1" strike="noStrike">
                <a:solidFill>
                  <a:schemeClr val="dk1"/>
                </a:solidFill>
                <a:latin typeface="+mn-lt"/>
                <a:ea typeface="+mn-ea"/>
              </a:rPr>
              <a:t>хранится в секретах </a:t>
            </a:r>
            <a:r>
              <a:rPr b="0" lang="en-US" sz="1200" spc="-1" strike="noStrike">
                <a:solidFill>
                  <a:schemeClr val="dk1"/>
                </a:solidFill>
                <a:latin typeface="+mn-lt"/>
                <a:ea typeface="+mn-ea"/>
              </a:rPr>
              <a:t>GitHub).</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aws-secret-access-key: ${{ secrets.AWS_SECRET_KEY }}</a:t>
            </a:r>
            <a:br>
              <a:rPr sz="1200"/>
            </a:br>
            <a:r>
              <a:rPr b="0" lang="en-US" sz="1200" spc="-1" strike="noStrike">
                <a:solidFill>
                  <a:schemeClr val="dk1"/>
                </a:solidFill>
                <a:latin typeface="+mn-lt"/>
                <a:ea typeface="+mn-ea"/>
              </a:rPr>
              <a:t>→ </a:t>
            </a:r>
            <a:r>
              <a:rPr b="0" lang="ru-RU" sz="1200" spc="-1" strike="noStrike">
                <a:solidFill>
                  <a:schemeClr val="dk1"/>
                </a:solidFill>
                <a:latin typeface="+mn-lt"/>
                <a:ea typeface="+mn-ea"/>
              </a:rPr>
              <a:t>Секретный ключ </a:t>
            </a:r>
            <a:r>
              <a:rPr b="0" lang="en-US" sz="1200" spc="-1" strike="noStrike">
                <a:solidFill>
                  <a:schemeClr val="dk1"/>
                </a:solidFill>
                <a:latin typeface="+mn-lt"/>
                <a:ea typeface="+mn-ea"/>
              </a:rPr>
              <a:t>AWS (</a:t>
            </a:r>
            <a:r>
              <a:rPr b="0" lang="ru-RU" sz="1200" spc="-1" strike="noStrike">
                <a:solidFill>
                  <a:schemeClr val="dk1"/>
                </a:solidFill>
                <a:latin typeface="+mn-lt"/>
                <a:ea typeface="+mn-ea"/>
              </a:rPr>
              <a:t>тоже в секретах).</a:t>
            </a:r>
            <a:endParaRPr b="0" lang="en-US" sz="1200" spc="-1" strike="noStrike">
              <a:solidFill>
                <a:srgbClr val="000000"/>
              </a:solidFill>
              <a:latin typeface="Arial"/>
            </a:endParaRPr>
          </a:p>
          <a:p>
            <a:pPr marL="216000" indent="0">
              <a:lnSpc>
                <a:spcPct val="100000"/>
              </a:lnSpc>
              <a:buNone/>
            </a:pPr>
            <a:r>
              <a:rPr b="1" lang="en-US" sz="1200" spc="-1" strike="noStrike">
                <a:solidFill>
                  <a:schemeClr val="dk1"/>
                </a:solidFill>
                <a:latin typeface="+mn-lt"/>
                <a:ea typeface="+mn-ea"/>
              </a:rPr>
              <a:t>aws-region: us-east-1</a:t>
            </a:r>
            <a:br>
              <a:rPr sz="1200"/>
            </a:br>
            <a:r>
              <a:rPr b="0" lang="en-US" sz="1200" spc="-1" strike="noStrike">
                <a:solidFill>
                  <a:schemeClr val="dk1"/>
                </a:solidFill>
                <a:latin typeface="+mn-lt"/>
                <a:ea typeface="+mn-ea"/>
              </a:rPr>
              <a:t>→ </a:t>
            </a:r>
            <a:r>
              <a:rPr b="0" lang="ru-RU" sz="1200" spc="-1" strike="noStrike">
                <a:solidFill>
                  <a:schemeClr val="dk1"/>
                </a:solidFill>
                <a:latin typeface="+mn-lt"/>
                <a:ea typeface="+mn-ea"/>
              </a:rPr>
              <a:t>Регион, где находится </a:t>
            </a:r>
            <a:r>
              <a:rPr b="0" lang="en-US" sz="1200" spc="-1" strike="noStrike">
                <a:solidFill>
                  <a:schemeClr val="dk1"/>
                </a:solidFill>
                <a:latin typeface="+mn-lt"/>
                <a:ea typeface="+mn-ea"/>
              </a:rPr>
              <a:t>S3-</a:t>
            </a:r>
            <a:r>
              <a:rPr b="0" lang="ru-RU" sz="1200" spc="-1" strike="noStrike">
                <a:solidFill>
                  <a:schemeClr val="dk1"/>
                </a:solidFill>
                <a:latin typeface="+mn-lt"/>
                <a:ea typeface="+mn-ea"/>
              </a:rPr>
              <a:t>бакет (например, </a:t>
            </a:r>
            <a:r>
              <a:rPr b="0" lang="en-US" sz="1200" spc="-1" strike="noStrike">
                <a:solidFill>
                  <a:schemeClr val="dk1"/>
                </a:solidFill>
                <a:latin typeface="+mn-lt"/>
                <a:ea typeface="+mn-ea"/>
              </a:rPr>
              <a:t>us-east-1 — </a:t>
            </a:r>
            <a:r>
              <a:rPr b="0" lang="ru-RU" sz="1200" spc="-1" strike="noStrike">
                <a:solidFill>
                  <a:schemeClr val="dk1"/>
                </a:solidFill>
                <a:latin typeface="+mn-lt"/>
                <a:ea typeface="+mn-ea"/>
              </a:rPr>
              <a:t>Северная Вирджиния).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S3-бакет</a:t>
            </a:r>
            <a:r>
              <a:rPr b="0" lang="ru-RU" sz="1200" spc="-1" strike="noStrike">
                <a:solidFill>
                  <a:schemeClr val="dk1"/>
                </a:solidFill>
                <a:latin typeface="+mn-lt"/>
                <a:ea typeface="+mn-ea"/>
              </a:rPr>
              <a:t> — это как </a:t>
            </a:r>
            <a:r>
              <a:rPr b="1" lang="ru-RU" sz="1200" spc="-1" strike="noStrike">
                <a:solidFill>
                  <a:schemeClr val="dk1"/>
                </a:solidFill>
                <a:latin typeface="+mn-lt"/>
                <a:ea typeface="+mn-ea"/>
              </a:rPr>
              <a:t>виртуальная корзина для файлов в облаке</a:t>
            </a:r>
            <a:r>
              <a:rPr b="0" lang="ru-RU" sz="1200" spc="-1" strike="noStrike">
                <a:solidFill>
                  <a:schemeClr val="dk1"/>
                </a:solidFill>
                <a:latin typeface="+mn-lt"/>
                <a:ea typeface="+mn-ea"/>
              </a:rPr>
              <a:t> от Amazon (AWS)</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18. - </a:t>
            </a:r>
            <a:r>
              <a:rPr b="1" lang="en-US" sz="1200" spc="-1" strike="noStrike">
                <a:solidFill>
                  <a:schemeClr val="dk1"/>
                </a:solidFill>
                <a:latin typeface="+mn-lt"/>
                <a:ea typeface="+mn-ea"/>
              </a:rPr>
              <a:t>run: aws s3 sync ./dist s3://my-bucket</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 </a:t>
            </a:r>
            <a:r>
              <a:rPr b="1" lang="ru-RU" sz="1200" spc="-1" strike="noStrike">
                <a:solidFill>
                  <a:schemeClr val="dk1"/>
                </a:solidFill>
                <a:latin typeface="+mn-lt"/>
                <a:ea typeface="+mn-ea"/>
              </a:rPr>
              <a:t>Команда</a:t>
            </a:r>
            <a:r>
              <a:rPr b="0" lang="ru-RU" sz="1200" spc="-1" strike="noStrike">
                <a:solidFill>
                  <a:schemeClr val="dk1"/>
                </a:solidFill>
                <a:latin typeface="+mn-lt"/>
                <a:ea typeface="+mn-ea"/>
              </a:rPr>
              <a:t>: Синхронизирует папку ./</a:t>
            </a:r>
            <a:r>
              <a:rPr b="0" lang="en-US" sz="1200" spc="-1" strike="noStrike">
                <a:solidFill>
                  <a:schemeClr val="dk1"/>
                </a:solidFill>
                <a:latin typeface="+mn-lt"/>
                <a:ea typeface="+mn-ea"/>
              </a:rPr>
              <a:t>dist </a:t>
            </a:r>
            <a:r>
              <a:rPr b="0" lang="ru-RU" sz="1200" spc="-1" strike="noStrike">
                <a:solidFill>
                  <a:schemeClr val="dk1"/>
                </a:solidFill>
                <a:latin typeface="+mn-lt"/>
                <a:ea typeface="+mn-ea"/>
              </a:rPr>
              <a:t>с </a:t>
            </a:r>
            <a:r>
              <a:rPr b="0" lang="en-US" sz="1200" spc="-1" strike="noStrike">
                <a:solidFill>
                  <a:schemeClr val="dk1"/>
                </a:solidFill>
                <a:latin typeface="+mn-lt"/>
                <a:ea typeface="+mn-ea"/>
              </a:rPr>
              <a:t>S3-</a:t>
            </a:r>
            <a:r>
              <a:rPr b="0" lang="ru-RU" sz="1200" spc="-1" strike="noStrike">
                <a:solidFill>
                  <a:schemeClr val="dk1"/>
                </a:solidFill>
                <a:latin typeface="+mn-lt"/>
                <a:ea typeface="+mn-ea"/>
              </a:rPr>
              <a:t>бакетом </a:t>
            </a:r>
            <a:r>
              <a:rPr b="0" lang="en-US" sz="1200" spc="-1" strike="noStrike">
                <a:solidFill>
                  <a:schemeClr val="dk1"/>
                </a:solidFill>
                <a:latin typeface="+mn-lt"/>
                <a:ea typeface="+mn-ea"/>
              </a:rPr>
              <a:t>my-bucket.</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aws — CLI-</a:t>
            </a:r>
            <a:r>
              <a:rPr b="0" lang="ru-RU" sz="1200" spc="-1" strike="noStrike">
                <a:solidFill>
                  <a:schemeClr val="dk1"/>
                </a:solidFill>
                <a:latin typeface="+mn-lt"/>
                <a:ea typeface="+mn-ea"/>
              </a:rPr>
              <a:t>инструмент </a:t>
            </a:r>
            <a:r>
              <a:rPr b="0" lang="en-US" sz="1200" spc="-1" strike="noStrike">
                <a:solidFill>
                  <a:schemeClr val="dk1"/>
                </a:solidFill>
                <a:latin typeface="+mn-lt"/>
                <a:ea typeface="+mn-ea"/>
              </a:rPr>
              <a:t>AWS.</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s3 sync — </a:t>
            </a:r>
            <a:r>
              <a:rPr b="0" lang="ru-RU" sz="1200" spc="-1" strike="noStrike">
                <a:solidFill>
                  <a:schemeClr val="dk1"/>
                </a:solidFill>
                <a:latin typeface="+mn-lt"/>
                <a:ea typeface="+mn-ea"/>
              </a:rPr>
              <a:t>загружает только новые/измененные файлы.</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a:t>
            </a:r>
            <a:r>
              <a:rPr b="0" lang="en-US" sz="1200" spc="-1" strike="noStrike">
                <a:solidFill>
                  <a:schemeClr val="dk1"/>
                </a:solidFill>
                <a:latin typeface="+mn-lt"/>
                <a:ea typeface="+mn-ea"/>
              </a:rPr>
              <a:t>dist — </a:t>
            </a:r>
            <a:r>
              <a:rPr b="0" lang="ru-RU" sz="1200" spc="-1" strike="noStrike">
                <a:solidFill>
                  <a:schemeClr val="dk1"/>
                </a:solidFill>
                <a:latin typeface="+mn-lt"/>
                <a:ea typeface="+mn-ea"/>
              </a:rPr>
              <a:t>локальная папка со статическими файлами после сборки.</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s3://my-bucket — </a:t>
            </a:r>
            <a:r>
              <a:rPr b="0" lang="ru-RU" sz="1200" spc="-1" strike="noStrike">
                <a:solidFill>
                  <a:schemeClr val="dk1"/>
                </a:solidFill>
                <a:latin typeface="+mn-lt"/>
                <a:ea typeface="+mn-ea"/>
              </a:rPr>
              <a:t>название вашего бакета в </a:t>
            </a:r>
            <a:r>
              <a:rPr b="0" lang="en-US" sz="1200" spc="-1" strike="noStrike">
                <a:solidFill>
                  <a:schemeClr val="dk1"/>
                </a:solidFill>
                <a:latin typeface="+mn-lt"/>
                <a:ea typeface="+mn-ea"/>
              </a:rPr>
              <a:t>AWS (</a:t>
            </a:r>
            <a:r>
              <a:rPr b="0" lang="ru-RU" sz="1200" spc="-1" strike="noStrike">
                <a:solidFill>
                  <a:schemeClr val="dk1"/>
                </a:solidFill>
                <a:latin typeface="+mn-lt"/>
                <a:ea typeface="+mn-ea"/>
              </a:rPr>
              <a:t>нужно заменить на свое).</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399" name="PlaceHolder 3"/>
          <p:cNvSpPr>
            <a:spLocks noGrp="1"/>
          </p:cNvSpPr>
          <p:nvPr>
            <p:ph type="sldNum" idx="4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7415B15-FA73-4809-9527-40C49E62830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2925720" y="849240"/>
            <a:ext cx="4076280" cy="2293560"/>
          </a:xfrm>
          <a:prstGeom prst="rect">
            <a:avLst/>
          </a:prstGeom>
          <a:ln w="0">
            <a:noFill/>
          </a:ln>
        </p:spPr>
      </p:sp>
      <p:sp>
        <p:nvSpPr>
          <p:cNvPr id="401"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1" lang="ru-RU" sz="1200" spc="-1" strike="noStrike">
                <a:solidFill>
                  <a:schemeClr val="dk1"/>
                </a:solidFill>
                <a:latin typeface="+mn-lt"/>
                <a:ea typeface="+mn-ea"/>
              </a:rPr>
              <a:t>CI</a:t>
            </a:r>
            <a:r>
              <a:rPr b="0" lang="ru-RU" sz="1200" spc="-1" strike="noStrike">
                <a:solidFill>
                  <a:schemeClr val="dk1"/>
                </a:solidFill>
                <a:latin typeface="+mn-lt"/>
                <a:ea typeface="+mn-ea"/>
              </a:rPr>
              <a:t> — это контроль качества (проверка товара на брак).</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CD</a:t>
            </a:r>
            <a:r>
              <a:rPr b="0" lang="ru-RU" sz="1200" spc="-1" strike="noStrike">
                <a:solidFill>
                  <a:schemeClr val="dk1"/>
                </a:solidFill>
                <a:latin typeface="+mn-lt"/>
                <a:ea typeface="+mn-ea"/>
              </a:rPr>
              <a:t> — это доставка товара в магазины.</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Continuous Delivery: товар запакован и готов к отправке, но нужно нажать кнопку «Отправить».</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Continuous Deployment: товар автоматически отправляется в магазин сразу после проверки.</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402" name="PlaceHolder 3"/>
          <p:cNvSpPr>
            <a:spLocks noGrp="1"/>
          </p:cNvSpPr>
          <p:nvPr>
            <p:ph type="sldNum" idx="50"/>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6C55F7A-1201-4469-AE90-FF7531472ED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2925720" y="849240"/>
            <a:ext cx="4076280" cy="2293560"/>
          </a:xfrm>
          <a:prstGeom prst="rect">
            <a:avLst/>
          </a:prstGeom>
          <a:ln w="0">
            <a:noFill/>
          </a:ln>
        </p:spPr>
      </p:sp>
      <p:sp>
        <p:nvSpPr>
          <p:cNvPr id="404"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1" lang="ru-RU" sz="1200" spc="-1" strike="noStrike">
                <a:solidFill>
                  <a:schemeClr val="dk1"/>
                </a:solidFill>
                <a:latin typeface="+mn-lt"/>
                <a:ea typeface="+mn-ea"/>
              </a:rPr>
              <a:t>Преимущества CI/CD</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Сокращение сроков разработки.</a:t>
            </a:r>
            <a:r>
              <a:rPr b="0" lang="ru-RU" sz="1200" spc="-1" strike="noStrike">
                <a:solidFill>
                  <a:schemeClr val="dk1"/>
                </a:solidFill>
                <a:latin typeface="+mn-lt"/>
                <a:ea typeface="+mn-ea"/>
              </a:rPr>
              <a:t> Методология уменьшает время доработок до нескольких дней, в сложных проектах — недель. Это позволяет разработчикам быстрее тестировать и опробовать нововведения, а затем внедрять их в продукт раньше конкурентов.</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Отбор перспективных вариантов.</a:t>
            </a:r>
            <a:r>
              <a:rPr b="0" lang="ru-RU" sz="1200" spc="-1" strike="noStrike">
                <a:solidFill>
                  <a:schemeClr val="dk1"/>
                </a:solidFill>
                <a:latin typeface="+mn-lt"/>
                <a:ea typeface="+mn-ea"/>
              </a:rPr>
              <a:t> Быстрое тестирование и большое количество итераций позволяют разработчику вовремя отсеивать бесперспективные варианты кода на начальных этапах. Это также способствует экономичному расходованию времени и ресурсов без их распыления на тупиковые направления.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Качество тестирования.</a:t>
            </a:r>
            <a:r>
              <a:rPr b="0" lang="ru-RU" sz="1200" spc="-1" strike="noStrike">
                <a:solidFill>
                  <a:schemeClr val="dk1"/>
                </a:solidFill>
                <a:latin typeface="+mn-lt"/>
                <a:ea typeface="+mn-ea"/>
              </a:rPr>
              <a:t> Сочетание ручной и автоматизированной проверки позволяет выявлять ошибки на ранних этапах разработки. Это снижает вероятность их накопления на этапе релиза, что еще больше сокращает время работы над проектом.</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Недостатки CI/CD</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Высокие требования к опыту.</a:t>
            </a:r>
            <a:r>
              <a:rPr b="0" lang="ru-RU" sz="1200" spc="-1" strike="noStrike">
                <a:solidFill>
                  <a:schemeClr val="dk1"/>
                </a:solidFill>
                <a:latin typeface="+mn-lt"/>
                <a:ea typeface="+mn-ea"/>
              </a:rPr>
              <a:t> Рабочий процесс в любой компании можно перевести на методологию CI/CD. Однако это требует от разработчиков как знания самой концепции на практическом уровне, так и умения быстро реорганизовать процессы в самой организации. Иными словами, CI/CD имеет достаточно большой порог вхождения в сравнении со многими традиционными методологиями.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Сложность постоянного взаимодействия.</a:t>
            </a:r>
            <a:r>
              <a:rPr b="0" lang="ru-RU" sz="1200" spc="-1" strike="noStrike">
                <a:solidFill>
                  <a:schemeClr val="dk1"/>
                </a:solidFill>
                <a:latin typeface="+mn-lt"/>
                <a:ea typeface="+mn-ea"/>
              </a:rPr>
              <a:t> Непрерывная интеграция и доставка программного продукта требуют от разработчиков высокой скоординированности действий. На практике это означает, что должно быть отдельное лицо, которое занимается организацией рабочего процесса и налаживанием взаимодействия между членами команды.</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405" name="PlaceHolder 3"/>
          <p:cNvSpPr>
            <a:spLocks noGrp="1"/>
          </p:cNvSpPr>
          <p:nvPr>
            <p:ph type="sldNum" idx="51"/>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41A96E3-64C2-4760-9C60-7EC676B297C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2925720" y="849240"/>
            <a:ext cx="4076280" cy="2293560"/>
          </a:xfrm>
          <a:prstGeom prst="rect">
            <a:avLst/>
          </a:prstGeom>
          <a:ln w="0">
            <a:noFill/>
          </a:ln>
        </p:spPr>
      </p:sp>
      <p:sp>
        <p:nvSpPr>
          <p:cNvPr id="407"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chemeClr val="dk1"/>
                </a:solidFill>
                <a:latin typeface="+mn-lt"/>
                <a:ea typeface="+mn-ea"/>
              </a:rPr>
              <a:t>https://katalon.com/resources-center/blog/ci-cd-tools</a:t>
            </a:r>
            <a:r>
              <a:rPr b="0" lang="ru-RU" sz="1000" spc="-1" strike="noStrike">
                <a:solidFill>
                  <a:schemeClr val="dk1"/>
                </a:solidFill>
                <a:latin typeface="+mn-lt"/>
                <a:ea typeface="+mn-ea"/>
              </a:rPr>
              <a:t> - дополнительное</a:t>
            </a:r>
            <a:endParaRPr b="0" lang="en-US" sz="10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Так как непрерывная интеграция и развертывание подразумевает автоматизацию многих процессов в ходе разработки, для этого созданы различные программные инструменты и сервисы:</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GitLab.</a:t>
            </a:r>
            <a:r>
              <a:rPr b="0" lang="ru-RU" sz="1200" spc="-1" strike="noStrike">
                <a:solidFill>
                  <a:schemeClr val="dk1"/>
                </a:solidFill>
                <a:latin typeface="+mn-lt"/>
                <a:ea typeface="+mn-ea"/>
              </a:rPr>
              <a:t> Эта платформа позволяет управлять хранилищами проекта, документировать результаты тестирования и доработок, анализировать и дополнять функциональность проекта, выявлять и устранять ошибки.</a:t>
            </a:r>
            <a:endParaRPr b="0" lang="en-US" sz="1200" spc="-1" strike="noStrike">
              <a:solidFill>
                <a:srgbClr val="000000"/>
              </a:solidFill>
              <a:latin typeface="Arial"/>
            </a:endParaRPr>
          </a:p>
          <a:p>
            <a:pPr marL="216000" indent="0">
              <a:lnSpc>
                <a:spcPct val="100000"/>
              </a:lnSpc>
              <a:buNone/>
            </a:pPr>
            <a:r>
              <a:rPr b="1" lang="ru-RU" sz="1200" spc="-1" strike="noStrike" u="sng">
                <a:solidFill>
                  <a:schemeClr val="dk1"/>
                </a:solidFill>
                <a:uFillTx/>
                <a:latin typeface="+mn-lt"/>
                <a:ea typeface="+mn-ea"/>
                <a:hlinkClick r:id="rId1"/>
              </a:rPr>
              <a:t>Docker</a:t>
            </a:r>
            <a:r>
              <a:rPr b="1" lang="ru-RU" sz="1200" spc="-1" strike="noStrike">
                <a:solidFill>
                  <a:schemeClr val="dk1"/>
                </a:solidFill>
                <a:latin typeface="+mn-lt"/>
                <a:ea typeface="+mn-ea"/>
              </a:rPr>
              <a:t>.</a:t>
            </a:r>
            <a:r>
              <a:rPr b="0" lang="ru-RU" sz="1200" spc="-1" strike="noStrike">
                <a:solidFill>
                  <a:schemeClr val="dk1"/>
                </a:solidFill>
                <a:latin typeface="+mn-lt"/>
                <a:ea typeface="+mn-ea"/>
              </a:rPr>
              <a:t> СD-система, позволяющая контейнеризировать проект, то есть упаковать его со всем окружением и зависимостями.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Travis-CI.</a:t>
            </a:r>
            <a:r>
              <a:rPr b="0" lang="ru-RU" sz="1200" spc="-1" strike="noStrike">
                <a:solidFill>
                  <a:schemeClr val="dk1"/>
                </a:solidFill>
                <a:latin typeface="+mn-lt"/>
                <a:ea typeface="+mn-ea"/>
              </a:rPr>
              <a:t> Сервер, который можно подключать к виртуальным репозиториям </a:t>
            </a:r>
            <a:r>
              <a:rPr b="0" lang="ru-RU" sz="1200" spc="-1" strike="noStrike" u="sng">
                <a:solidFill>
                  <a:schemeClr val="dk1"/>
                </a:solidFill>
                <a:uFillTx/>
                <a:latin typeface="+mn-lt"/>
                <a:ea typeface="+mn-ea"/>
                <a:hlinkClick r:id="rId2"/>
              </a:rPr>
              <a:t>GitHub</a:t>
            </a:r>
            <a:r>
              <a:rPr b="0" lang="ru-RU" sz="1200" spc="-1" strike="noStrike" u="sng">
                <a:solidFill>
                  <a:schemeClr val="dk1"/>
                </a:solidFill>
                <a:uFillTx/>
                <a:latin typeface="+mn-lt"/>
                <a:ea typeface="+mn-ea"/>
                <a:hlinkClick r:id="rId3"/>
              </a:rPr>
              <a:t> </a:t>
            </a:r>
            <a:r>
              <a:rPr b="0" lang="ru-RU" sz="1200" spc="-1" strike="noStrike">
                <a:solidFill>
                  <a:schemeClr val="dk1"/>
                </a:solidFill>
                <a:latin typeface="+mn-lt"/>
                <a:ea typeface="+mn-ea"/>
              </a:rPr>
              <a:t>с минимальными настройками. Благодаря использованию облачных технологий его не нужно отдельно устанавливать.</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Jenkins.</a:t>
            </a:r>
            <a:r>
              <a:rPr b="0" lang="ru-RU" sz="1200" spc="-1" strike="noStrike">
                <a:solidFill>
                  <a:schemeClr val="dk1"/>
                </a:solidFill>
                <a:latin typeface="+mn-lt"/>
                <a:ea typeface="+mn-ea"/>
              </a:rPr>
              <a:t> Один из самый популярных DevOps-инструментов, совместимый со всевозможными плагинами для адаптации под различные проекты и задачи.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PHP Censor.</a:t>
            </a:r>
            <a:r>
              <a:rPr b="0" lang="ru-RU" sz="1200" spc="-1" strike="noStrike">
                <a:solidFill>
                  <a:schemeClr val="dk1"/>
                </a:solidFill>
                <a:latin typeface="+mn-lt"/>
                <a:ea typeface="+mn-ea"/>
              </a:rPr>
              <a:t> CI-сервер, автоматизирующий сборку PHP-проектов. Может работать с репозиториями GitLab, Mercurial и другими, с библиотеками для тестирования Atoum, PHP Spec, Behat.</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Возможность оперативно вносить изменения, постоянно тестировать и дорабатывать продукт, взаимодействовать не только друг с другом, но и с клиентом — вот что делает концепцию CI/CD популярной среди разработчиков. Сегодня ее понимание и практическое освоение являются важной рекомендацией при разработке как крупных, так и небольших проектов.</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Команды используют разные инструменты для автоматизации процесса тестирования и доставки кода до конечных пользователей. Что применяют чаще всего?</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GitLab CI</a:t>
            </a:r>
            <a:r>
              <a:rPr b="0" lang="ru-RU" sz="1200" spc="-1" strike="noStrike">
                <a:solidFill>
                  <a:schemeClr val="dk1"/>
                </a:solidFill>
                <a:latin typeface="+mn-lt"/>
                <a:ea typeface="+mn-ea"/>
              </a:rPr>
              <a:t>. Используется для управления репозиториями проекта, ведения истории выполнения тестов и доработок, контроля ошибок. С помощью </a:t>
            </a:r>
            <a:r>
              <a:rPr b="0" lang="ru-RU" sz="1200" spc="-1" strike="noStrike">
                <a:solidFill>
                  <a:schemeClr val="dk1"/>
                </a:solidFill>
                <a:latin typeface="+mn-lt"/>
                <a:ea typeface="+mn-ea"/>
                <a:hlinkClick r:id="rId4"/>
              </a:rPr>
              <a:t>Managed</a:t>
            </a:r>
            <a:r>
              <a:rPr b="0" lang="ru-RU" sz="1200" spc="-1" strike="noStrike">
                <a:solidFill>
                  <a:schemeClr val="dk1"/>
                </a:solidFill>
                <a:latin typeface="+mn-lt"/>
                <a:ea typeface="+mn-ea"/>
                <a:hlinkClick r:id="rId5"/>
              </a:rPr>
              <a:t> </a:t>
            </a:r>
            <a:r>
              <a:rPr b="0" lang="ru-RU" sz="1200" spc="-1" strike="noStrike">
                <a:solidFill>
                  <a:schemeClr val="dk1"/>
                </a:solidFill>
                <a:latin typeface="+mn-lt"/>
                <a:ea typeface="+mn-ea"/>
                <a:hlinkClick r:id="rId6"/>
              </a:rPr>
              <a:t>Service</a:t>
            </a:r>
            <a:r>
              <a:rPr b="0" lang="ru-RU" sz="1200" spc="-1" strike="noStrike">
                <a:solidFill>
                  <a:schemeClr val="dk1"/>
                </a:solidFill>
                <a:latin typeface="+mn-lt"/>
                <a:ea typeface="+mn-ea"/>
                <a:hlinkClick r:id="rId7"/>
              </a:rPr>
              <a:t> </a:t>
            </a:r>
            <a:r>
              <a:rPr b="0" lang="ru-RU" sz="1200" spc="-1" strike="noStrike">
                <a:solidFill>
                  <a:schemeClr val="dk1"/>
                </a:solidFill>
                <a:latin typeface="+mn-lt"/>
                <a:ea typeface="+mn-ea"/>
                <a:hlinkClick r:id="rId8"/>
              </a:rPr>
              <a:t>for</a:t>
            </a:r>
            <a:r>
              <a:rPr b="0" lang="ru-RU" sz="1200" spc="-1" strike="noStrike">
                <a:solidFill>
                  <a:schemeClr val="dk1"/>
                </a:solidFill>
                <a:latin typeface="+mn-lt"/>
                <a:ea typeface="+mn-ea"/>
                <a:hlinkClick r:id="rId9"/>
              </a:rPr>
              <a:t> </a:t>
            </a:r>
            <a:r>
              <a:rPr b="0" lang="ru-RU" sz="1200" spc="-1" strike="noStrike">
                <a:solidFill>
                  <a:schemeClr val="dk1"/>
                </a:solidFill>
                <a:latin typeface="+mn-lt"/>
                <a:ea typeface="+mn-ea"/>
                <a:hlinkClick r:id="rId10"/>
              </a:rPr>
              <a:t>GitLab</a:t>
            </a:r>
            <a:r>
              <a:rPr b="0" lang="ru-RU" sz="1200" spc="-1" strike="noStrike">
                <a:solidFill>
                  <a:schemeClr val="dk1"/>
                </a:solidFill>
                <a:latin typeface="+mn-lt"/>
                <a:ea typeface="+mn-ea"/>
              </a:rPr>
              <a:t> можно управлять DevOps‑платформой GitLab в инфраструктуре Yandex Cloud.</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Jenkins</a:t>
            </a:r>
            <a:r>
              <a:rPr b="0" lang="ru-RU" sz="1200" spc="-1" strike="noStrike">
                <a:solidFill>
                  <a:schemeClr val="dk1"/>
                </a:solidFill>
                <a:latin typeface="+mn-lt"/>
                <a:ea typeface="+mn-ea"/>
              </a:rPr>
              <a:t>. Проверенный временем инструмент, благодаря которому разработчики могут быстрее строить, автоматизировать и тестировать код. Поддерживает работу с более чем 1400 плагинами, позволяя настроить процесс под требования разных команд.</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Buddy</a:t>
            </a:r>
            <a:r>
              <a:rPr b="0" lang="ru-RU" sz="1200" spc="-1" strike="noStrike">
                <a:solidFill>
                  <a:schemeClr val="dk1"/>
                </a:solidFill>
                <a:latin typeface="+mn-lt"/>
                <a:ea typeface="+mn-ea"/>
              </a:rPr>
              <a:t>. Умный инструмент с удобным интерфейсом. Надёжный, простой, а потому популярный. Подходит для полноценной разработки с использованием кода с GitHub, Bitbucket и GitLab.</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Bamboo CI</a:t>
            </a:r>
            <a:r>
              <a:rPr b="0" lang="ru-RU" sz="1200" spc="-1" strike="noStrike">
                <a:solidFill>
                  <a:schemeClr val="dk1"/>
                </a:solidFill>
                <a:latin typeface="+mn-lt"/>
                <a:ea typeface="+mn-ea"/>
              </a:rPr>
              <a:t>. Инструмент может одновременно собирать, тестировать и развёртывать несколько проектов, при ошибках предоставляет анализ произошедшего, совместим с PHPUnit, JUnit, Selenium и поддерживает импорт из Jenkins.</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Docker</a:t>
            </a:r>
            <a:r>
              <a:rPr b="0" lang="ru-RU" sz="1200" spc="-1" strike="noStrike">
                <a:solidFill>
                  <a:schemeClr val="dk1"/>
                </a:solidFill>
                <a:latin typeface="+mn-lt"/>
                <a:ea typeface="+mn-ea"/>
              </a:rPr>
              <a:t>. Благодаря контейнеризации решаются многие задачи микросервисной архитектуры. Можно упаковать проект со всем окружением и зависимостями в контейнер, создавать кластеры актуальных версий, распределять нагрузку и вести статистику. Управлять проектом будет проще, если использовать </a:t>
            </a:r>
            <a:r>
              <a:rPr b="0" lang="ru-RU" sz="1200" spc="-1" strike="noStrike">
                <a:solidFill>
                  <a:schemeClr val="dk1"/>
                </a:solidFill>
                <a:latin typeface="+mn-lt"/>
                <a:ea typeface="+mn-ea"/>
                <a:hlinkClick r:id="rId11"/>
              </a:rPr>
              <a:t>Managed</a:t>
            </a:r>
            <a:r>
              <a:rPr b="0" lang="ru-RU" sz="1200" spc="-1" strike="noStrike">
                <a:solidFill>
                  <a:schemeClr val="dk1"/>
                </a:solidFill>
                <a:latin typeface="+mn-lt"/>
                <a:ea typeface="+mn-ea"/>
                <a:hlinkClick r:id="rId12"/>
              </a:rPr>
              <a:t> </a:t>
            </a:r>
            <a:r>
              <a:rPr b="0" lang="ru-RU" sz="1200" spc="-1" strike="noStrike">
                <a:solidFill>
                  <a:schemeClr val="dk1"/>
                </a:solidFill>
                <a:latin typeface="+mn-lt"/>
                <a:ea typeface="+mn-ea"/>
                <a:hlinkClick r:id="rId13"/>
              </a:rPr>
              <a:t>Service</a:t>
            </a:r>
            <a:r>
              <a:rPr b="0" lang="ru-RU" sz="1200" spc="-1" strike="noStrike">
                <a:solidFill>
                  <a:schemeClr val="dk1"/>
                </a:solidFill>
                <a:latin typeface="+mn-lt"/>
                <a:ea typeface="+mn-ea"/>
                <a:hlinkClick r:id="rId14"/>
              </a:rPr>
              <a:t> </a:t>
            </a:r>
            <a:r>
              <a:rPr b="0" lang="ru-RU" sz="1200" spc="-1" strike="noStrike">
                <a:solidFill>
                  <a:schemeClr val="dk1"/>
                </a:solidFill>
                <a:latin typeface="+mn-lt"/>
                <a:ea typeface="+mn-ea"/>
                <a:hlinkClick r:id="rId15"/>
              </a:rPr>
              <a:t>for</a:t>
            </a:r>
            <a:r>
              <a:rPr b="0" lang="ru-RU" sz="1200" spc="-1" strike="noStrike">
                <a:solidFill>
                  <a:schemeClr val="dk1"/>
                </a:solidFill>
                <a:latin typeface="+mn-lt"/>
                <a:ea typeface="+mn-ea"/>
                <a:hlinkClick r:id="rId16"/>
              </a:rPr>
              <a:t> </a:t>
            </a:r>
            <a:r>
              <a:rPr b="0" lang="ru-RU" sz="1200" spc="-1" strike="noStrike">
                <a:solidFill>
                  <a:schemeClr val="dk1"/>
                </a:solidFill>
                <a:latin typeface="+mn-lt"/>
                <a:ea typeface="+mn-ea"/>
                <a:hlinkClick r:id="rId17"/>
              </a:rPr>
              <a:t>Kubernetes</a:t>
            </a:r>
            <a:r>
              <a:rPr b="0" lang="ru-RU" sz="1200" spc="-1" strike="noStrike" baseline="30000">
                <a:solidFill>
                  <a:schemeClr val="dk1"/>
                </a:solidFill>
                <a:latin typeface="+mn-lt"/>
                <a:ea typeface="+mn-ea"/>
                <a:hlinkClick r:id="rId18"/>
              </a:rPr>
              <a:t>®</a:t>
            </a:r>
            <a:r>
              <a:rPr b="0" lang="ru-RU" sz="1200" spc="-1" strike="noStrike">
                <a:solidFill>
                  <a:schemeClr val="dk1"/>
                </a:solidFill>
                <a:latin typeface="+mn-lt"/>
                <a:ea typeface="+mn-ea"/>
              </a:rPr>
              <a:t>. А если нужно управлять только образами и контейнерами Docker, используйте </a:t>
            </a:r>
            <a:r>
              <a:rPr b="0" lang="ru-RU" sz="1200" spc="-1" strike="noStrike">
                <a:solidFill>
                  <a:schemeClr val="dk1"/>
                </a:solidFill>
                <a:latin typeface="+mn-lt"/>
                <a:ea typeface="+mn-ea"/>
                <a:hlinkClick r:id="rId19"/>
              </a:rPr>
              <a:t>Container</a:t>
            </a:r>
            <a:r>
              <a:rPr b="0" lang="ru-RU" sz="1200" spc="-1" strike="noStrike">
                <a:solidFill>
                  <a:schemeClr val="dk1"/>
                </a:solidFill>
                <a:latin typeface="+mn-lt"/>
                <a:ea typeface="+mn-ea"/>
                <a:hlinkClick r:id="rId20"/>
              </a:rPr>
              <a:t> </a:t>
            </a:r>
            <a:r>
              <a:rPr b="0" lang="ru-RU" sz="1200" spc="-1" strike="noStrike">
                <a:solidFill>
                  <a:schemeClr val="dk1"/>
                </a:solidFill>
                <a:latin typeface="+mn-lt"/>
                <a:ea typeface="+mn-ea"/>
                <a:hlinkClick r:id="rId21"/>
              </a:rPr>
              <a:t>Registry</a:t>
            </a:r>
            <a:r>
              <a:rPr b="0" lang="ru-RU" sz="1200" spc="-1" strike="noStrike">
                <a:solidFill>
                  <a:schemeClr val="dk1"/>
                </a:solidFill>
                <a:latin typeface="+mn-lt"/>
                <a:ea typeface="+mn-ea"/>
              </a:rPr>
              <a:t>.</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Circle CI</a:t>
            </a:r>
            <a:r>
              <a:rPr b="0" lang="ru-RU" sz="1200" spc="-1" strike="noStrike">
                <a:solidFill>
                  <a:schemeClr val="dk1"/>
                </a:solidFill>
                <a:latin typeface="+mn-lt"/>
                <a:ea typeface="+mn-ea"/>
              </a:rPr>
              <a:t>. Хорошо известная платформа для автоматизации сборки и тестирования, организации комплексного процесса развёртывания. Предусмотрена возможность интеграции с Bitbucket, GitHub и GitHub Enterprise, а также облачными сервисами. Решение поддерживает матрицу систем контроля версий, контейнерных систем и механизмов поставки.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CodeShip</a:t>
            </a:r>
            <a:r>
              <a:rPr b="0" lang="ru-RU" sz="1200" spc="-1" strike="noStrike">
                <a:solidFill>
                  <a:schemeClr val="dk1"/>
                </a:solidFill>
                <a:latin typeface="+mn-lt"/>
                <a:ea typeface="+mn-ea"/>
              </a:rPr>
              <a:t>. Инструмент умеет разворачивать код напрямую из GitHub и Bitbucket. Предлагает удобную среду, которая совместима с разными технологиями, языками и развёртываниями в разных окружениях.</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Travis‑CI</a:t>
            </a:r>
            <a:r>
              <a:rPr b="0" lang="ru-RU" sz="1200" spc="-1" strike="noStrike">
                <a:solidFill>
                  <a:schemeClr val="dk1"/>
                </a:solidFill>
                <a:latin typeface="+mn-lt"/>
                <a:ea typeface="+mn-ea"/>
              </a:rPr>
              <a:t>. Облачный сервис непрерывной интеграции, который умеет бесшовно интегрироваться с GitHub с минимумом настроек.</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408" name="PlaceHolder 3"/>
          <p:cNvSpPr>
            <a:spLocks noGrp="1"/>
          </p:cNvSpPr>
          <p:nvPr>
            <p:ph type="sldNum" idx="52"/>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CFF8A7C-B847-4B2D-9929-A2BD3E78EA4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2925720" y="849240"/>
            <a:ext cx="4076280" cy="2293560"/>
          </a:xfrm>
          <a:prstGeom prst="rect">
            <a:avLst/>
          </a:prstGeom>
          <a:ln w="0">
            <a:noFill/>
          </a:ln>
        </p:spPr>
      </p:sp>
      <p:sp>
        <p:nvSpPr>
          <p:cNvPr id="410"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https://www.spiceworks.com/tech/devops/articles/cicd-vs-devops/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https://cloud.yandex.ru/blog/posts/2022/10/ci-cd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В чём отличие от DevOps</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hlinkClick r:id="rId1"/>
              </a:rPr>
              <a:t>DevOps</a:t>
            </a:r>
            <a:r>
              <a:rPr b="0" lang="ru-RU" sz="1200" spc="-1" strike="noStrike">
                <a:solidFill>
                  <a:schemeClr val="dk1"/>
                </a:solidFill>
                <a:latin typeface="+mn-lt"/>
                <a:ea typeface="+mn-ea"/>
              </a:rPr>
              <a:t> — это более широкое понятие, чем методика CI/CD, поскольку распространяется на весь цикл разработки ПО. Сюда входит сотрудничество разработчиков, мониторинг, контроль версий и т. д. Если же говорить о CI/CD, то это одна из практик, основной элемент DevOps.</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Можно сказать иначе: DevOps — это философия и культура, которая позволяет улучшить качество разработки, а Continuous Integration/Continuous Delivery — цепочка из упомянутых выше семи этапов, благодаря которым становится возможным данный подход.</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411" name="PlaceHolder 3"/>
          <p:cNvSpPr>
            <a:spLocks noGrp="1"/>
          </p:cNvSpPr>
          <p:nvPr>
            <p:ph type="sldNum" idx="53"/>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27A1215-7D7F-489F-98EF-039DD4B5DD5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2925720" y="849240"/>
            <a:ext cx="4076280" cy="2293560"/>
          </a:xfrm>
          <a:prstGeom prst="rect">
            <a:avLst/>
          </a:prstGeom>
          <a:ln w="0">
            <a:noFill/>
          </a:ln>
        </p:spPr>
      </p:sp>
      <p:sp>
        <p:nvSpPr>
          <p:cNvPr id="413"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4" name="PlaceHolder 3"/>
          <p:cNvSpPr>
            <a:spLocks noGrp="1"/>
          </p:cNvSpPr>
          <p:nvPr>
            <p:ph type="sldNum" idx="54"/>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1ADDF4B-AD14-4292-A933-36B4B4BAC40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2925720" y="849240"/>
            <a:ext cx="4076280" cy="2293560"/>
          </a:xfrm>
          <a:prstGeom prst="rect">
            <a:avLst/>
          </a:prstGeom>
          <a:ln w="0">
            <a:noFill/>
          </a:ln>
        </p:spPr>
      </p:sp>
      <p:sp>
        <p:nvSpPr>
          <p:cNvPr id="416"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7" name="PlaceHolder 3"/>
          <p:cNvSpPr>
            <a:spLocks noGrp="1"/>
          </p:cNvSpPr>
          <p:nvPr>
            <p:ph type="sldNum" idx="55"/>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1AD1A40-D6EF-4862-960A-03A65F24F1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2925720" y="849240"/>
            <a:ext cx="4076280" cy="2293560"/>
          </a:xfrm>
          <a:prstGeom prst="rect">
            <a:avLst/>
          </a:prstGeom>
          <a:ln w="0">
            <a:noFill/>
          </a:ln>
        </p:spPr>
      </p:sp>
      <p:sp>
        <p:nvSpPr>
          <p:cNvPr id="419"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https://git-scm.com/book/en/v2</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C</a:t>
            </a:r>
            <a:r>
              <a:rPr b="0" lang="ru-RU" sz="1200" spc="-1" strike="noStrike">
                <a:solidFill>
                  <a:schemeClr val="dk1"/>
                </a:solidFill>
                <a:latin typeface="+mn-lt"/>
                <a:ea typeface="+mn-ea"/>
              </a:rPr>
              <a:t>истемы контроля версий являются важнейшей частью процесса Continuous integration, поскольку позволяют производить одновременную разработку, через доступное для всех разработчиков версионирование и через удалённый сервер со всеми версиями. Таким образом любой из разработчиков может получить последнюю версию рабочего кода, соединить её со своей и проверить работоспособность. Также в данный процесс тесно внедрены системы тестирования. Так, в некоторых случаях буквально на каждый коммит могут запускаться юнит-тесты и интеграционное тестирование на CI сервере, которое в автоматическом режим проверит работоспособность и совместимость кода.</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2000" spc="-1" strike="noStrike">
                <a:solidFill>
                  <a:srgbClr val="484848"/>
                </a:solidFill>
                <a:latin typeface="TT Norms Pro"/>
                <a:ea typeface="+mn-ea"/>
              </a:rPr>
              <a:t>Системы версий.</a:t>
            </a:r>
            <a:r>
              <a:rPr b="0" lang="ru-RU" sz="2000" spc="-1" strike="noStrike">
                <a:solidFill>
                  <a:srgbClr val="484848"/>
                </a:solidFill>
                <a:latin typeface="TT Norms Pro"/>
                <a:ea typeface="+mn-ea"/>
              </a:rPr>
              <a:t> Например, Git. Они позволяют отслеживать процесс разработки, видеть все внесенные изменения, сливать разные версии кода и в случае поломки быстро откатить приложение к предыдущей, рабочей конфигурации.</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p:txBody>
      </p:sp>
      <p:sp>
        <p:nvSpPr>
          <p:cNvPr id="420" name="PlaceHolder 3"/>
          <p:cNvSpPr>
            <a:spLocks noGrp="1"/>
          </p:cNvSpPr>
          <p:nvPr>
            <p:ph type="sldNum" idx="56"/>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856B594-5288-4F1C-AEDF-D1BB625A589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2925720" y="849240"/>
            <a:ext cx="4076280" cy="2293560"/>
          </a:xfrm>
          <a:prstGeom prst="rect">
            <a:avLst/>
          </a:prstGeom>
          <a:ln w="0">
            <a:noFill/>
          </a:ln>
        </p:spPr>
      </p:sp>
      <p:sp>
        <p:nvSpPr>
          <p:cNvPr id="42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https://git-scm.com/book/en/v2</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rgbClr val="000000"/>
                </a:solidFill>
                <a:latin typeface="+mn-lt"/>
                <a:ea typeface="+mn-ea"/>
              </a:rPr>
              <a:t>Локальные</a:t>
            </a:r>
            <a:r>
              <a:rPr b="0" lang="ru-RU" sz="1200" spc="-1" strike="noStrike">
                <a:solidFill>
                  <a:srgbClr val="000000"/>
                </a:solidFill>
                <a:latin typeface="+mn-lt"/>
                <a:ea typeface="+mn-ea"/>
              </a:rPr>
              <a:t> (копирование файлов в отдельный каталог или база данных с записями об изменениях в файлах – контроль ревизий; пример: </a:t>
            </a:r>
            <a:r>
              <a:rPr b="0" lang="ru-RU" sz="1200" spc="-1" strike="noStrike" u="sng">
                <a:solidFill>
                  <a:srgbClr val="000000"/>
                </a:solidFill>
                <a:uFillTx/>
                <a:latin typeface="+mn-lt"/>
                <a:ea typeface="+mn-ea"/>
                <a:hlinkClick r:id="rId1"/>
              </a:rPr>
              <a:t>RCS</a:t>
            </a:r>
            <a:r>
              <a:rPr b="0" lang="ru-RU" sz="1200" spc="-1" strike="noStrike">
                <a:solidFill>
                  <a:srgbClr val="000000"/>
                </a:solidFill>
                <a:latin typeface="+mn-lt"/>
                <a:ea typeface="+mn-ea"/>
              </a:rPr>
              <a:t> хранит на диске наборы патчей (различий между файлами) в специальном формате, применяя которые она может воссоздавать состояние каждого файла в заданный момент времени.).</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rgbClr val="000000"/>
                </a:solidFill>
                <a:latin typeface="+mn-lt"/>
                <a:ea typeface="+mn-ea"/>
              </a:rPr>
              <a:t>Централизованные</a:t>
            </a:r>
            <a:r>
              <a:rPr b="0" lang="ru-RU" sz="1200" spc="-1" strike="noStrike">
                <a:solidFill>
                  <a:srgbClr val="000000"/>
                </a:solidFill>
                <a:latin typeface="+mn-lt"/>
                <a:ea typeface="+mn-ea"/>
              </a:rPr>
              <a:t> - </a:t>
            </a:r>
            <a:r>
              <a:rPr b="0" lang="ru-RU" sz="1200" spc="-1" strike="noStrike">
                <a:solidFill>
                  <a:schemeClr val="dk1"/>
                </a:solidFill>
                <a:latin typeface="+mn-lt"/>
                <a:ea typeface="+mn-ea"/>
              </a:rPr>
              <a:t>приложения типа клиент-сервер с доступом через специальное клиентское приложение, используют единственный сервер, содержащий все версии файлов, и некоторое количество клиентов, которые получают файлы из этого централизованного хранилища. Применение ЦСКВ являлось стандартом на протяжении многих лет. Администраторы имеют полный контроль над тем, кто и что может делать, и гораздо проще администрировать ЦСКВ, чем оперировать локальными базами данных на каждом клиенте.</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Несмотря на это, данный подход тоже имеет серьёзные минусы. Самый очевидный минус — это единая точка отказа, представленная централизованным сервером. Если этот сервер выйдет из строя на час, то в течение этого времени никто не сможет использовать контроль версий для сохранения изменений, над которыми работает, а также никто не сможет обмениваться этими изменениями с другими разработчиками.</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Распределённые</a:t>
            </a:r>
            <a:r>
              <a:rPr b="0" lang="ru-RU" sz="1200" spc="-1" strike="noStrike">
                <a:solidFill>
                  <a:schemeClr val="dk1"/>
                </a:solidFill>
                <a:latin typeface="+mn-lt"/>
                <a:ea typeface="+mn-ea"/>
              </a:rPr>
              <a:t> -( Git, Mercurial, Bazaar или Darcs) клиенты не просто скачивают снимок всех файлов (состояние файлов на определённый момент времени) — они полностью копируют репозиторий. В этом случае, если один из серверов, через который разработчики обменивались данными, умрёт, любой клиентский репозиторий может быть скопирован на другой сервер для продолжения работы. Каждая копия репозитория является полным бэкапом всех данных.</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Многие РСКВ могут одновременно взаимодействовать с несколькими удалёнными репозиториями, благодаря этому вы можете работать с различными группами людей, применяя различные подходы единовременно в рамках одного проекта. Это позволяет применять сразу несколько подходов в разработке, например, иерархические модели, что совершенно невозможно в централизованных системах.</a:t>
            </a: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https://devpractice.ru/git-for-beginners-part-1-what-is-vcs/</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Распределенные системы контроля версий </a:t>
            </a:r>
            <a:r>
              <a:rPr b="0" lang="ru-RU" sz="1200" spc="-1" strike="noStrike">
                <a:solidFill>
                  <a:schemeClr val="dk1"/>
                </a:solidFill>
                <a:latin typeface="+mn-lt"/>
                <a:ea typeface="+mn-ea"/>
              </a:rPr>
              <a:t>(</a:t>
            </a:r>
            <a:r>
              <a:rPr b="0" i="1" lang="ru-RU" sz="1200" spc="-1" strike="noStrike">
                <a:solidFill>
                  <a:schemeClr val="dk1"/>
                </a:solidFill>
                <a:latin typeface="+mn-lt"/>
                <a:ea typeface="+mn-ea"/>
              </a:rPr>
              <a:t>Distributed Version Control System, DVCS</a:t>
            </a:r>
            <a:r>
              <a:rPr b="0" lang="ru-RU" sz="1200" spc="-1" strike="noStrike">
                <a:solidFill>
                  <a:schemeClr val="dk1"/>
                </a:solidFill>
                <a:latin typeface="+mn-lt"/>
                <a:ea typeface="+mn-ea"/>
              </a:rPr>
              <a:t>) позволяют хранить репозиторий (его копию) у каждого разработчика, работающего с данной системой. </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При этом можно выделить </a:t>
            </a:r>
            <a:r>
              <a:rPr b="1" lang="ru-RU" sz="1200" spc="-1" strike="noStrike">
                <a:solidFill>
                  <a:schemeClr val="dk1"/>
                </a:solidFill>
                <a:latin typeface="+mn-lt"/>
                <a:ea typeface="+mn-ea"/>
              </a:rPr>
              <a:t>центральный репозиторий </a:t>
            </a:r>
            <a:r>
              <a:rPr b="0" lang="ru-RU" sz="1200" spc="-1" strike="noStrike">
                <a:solidFill>
                  <a:schemeClr val="dk1"/>
                </a:solidFill>
                <a:latin typeface="+mn-lt"/>
                <a:ea typeface="+mn-ea"/>
              </a:rPr>
              <a:t>(условно), в который будут отправляться изменения из локальных и, с ним же эти локальные репозитории будут синхронизироваться. При работе с такой системой, пользователи периодически синхронизируют свои локальные репозитории с центральным и работают непосредственно со своей локальной копией. После внесения достаточного количества изменений в локальную копию они (изменения) отправляются на сервер. При этом сервер, чаще всего, выбирается условно, т.к. в большинстве </a:t>
            </a:r>
            <a:r>
              <a:rPr b="0" i="1" lang="ru-RU" sz="1200" spc="-1" strike="noStrike">
                <a:solidFill>
                  <a:schemeClr val="dk1"/>
                </a:solidFill>
                <a:latin typeface="+mn-lt"/>
                <a:ea typeface="+mn-ea"/>
              </a:rPr>
              <a:t>DVCS </a:t>
            </a:r>
            <a:r>
              <a:rPr b="0" lang="ru-RU" sz="1200" spc="-1" strike="noStrike">
                <a:solidFill>
                  <a:schemeClr val="dk1"/>
                </a:solidFill>
                <a:latin typeface="+mn-lt"/>
                <a:ea typeface="+mn-ea"/>
              </a:rPr>
              <a:t>нет такого понятия как “выделенный сервер с центральным репозиторием”.</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Большое преимущество такого подхода заключается в автономии разработчика при работе над проектом, гибкости общей системы и повышение надежности, благодаря тому, что каждый разработчик имеет локальную копию центрального репозитория. Две наиболее известные </a:t>
            </a:r>
            <a:r>
              <a:rPr b="0" i="1" lang="ru-RU" sz="1200" spc="-1" strike="noStrike">
                <a:solidFill>
                  <a:schemeClr val="dk1"/>
                </a:solidFill>
                <a:latin typeface="+mn-lt"/>
                <a:ea typeface="+mn-ea"/>
              </a:rPr>
              <a:t>DVCS</a:t>
            </a:r>
            <a:r>
              <a:rPr b="0" lang="ru-RU" sz="1200" spc="-1" strike="noStrike">
                <a:solidFill>
                  <a:schemeClr val="dk1"/>
                </a:solidFill>
                <a:latin typeface="+mn-lt"/>
                <a:ea typeface="+mn-ea"/>
              </a:rPr>
              <a:t> – это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и </a:t>
            </a:r>
            <a:r>
              <a:rPr b="0" i="1" lang="ru-RU" sz="1200" spc="-1" strike="noStrike">
                <a:solidFill>
                  <a:schemeClr val="dk1"/>
                </a:solidFill>
                <a:latin typeface="+mn-lt"/>
                <a:ea typeface="+mn-ea"/>
              </a:rPr>
              <a:t>Mercurial</a:t>
            </a:r>
            <a:r>
              <a:rPr b="0" lang="ru-RU"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Начнем с </a:t>
            </a:r>
            <a:r>
              <a:rPr b="0" i="1" lang="ru-RU" sz="1200" spc="-1" strike="noStrike">
                <a:solidFill>
                  <a:schemeClr val="dk1"/>
                </a:solidFill>
                <a:latin typeface="+mn-lt"/>
                <a:ea typeface="+mn-ea"/>
              </a:rPr>
              <a:t>Mercurial</a:t>
            </a:r>
            <a:r>
              <a:rPr b="0" lang="ru-RU" sz="1200" spc="-1" strike="noStrike">
                <a:solidFill>
                  <a:schemeClr val="dk1"/>
                </a:solidFill>
                <a:latin typeface="+mn-lt"/>
                <a:ea typeface="+mn-ea"/>
              </a:rPr>
              <a:t>, эта система представляет собой свободную </a:t>
            </a:r>
            <a:r>
              <a:rPr b="0" i="1" lang="ru-RU" sz="1200" spc="-1" strike="noStrike">
                <a:solidFill>
                  <a:schemeClr val="dk1"/>
                </a:solidFill>
                <a:latin typeface="+mn-lt"/>
                <a:ea typeface="+mn-ea"/>
              </a:rPr>
              <a:t>DVCS</a:t>
            </a:r>
            <a:r>
              <a:rPr b="0" lang="ru-RU" sz="1200" spc="-1" strike="noStrike">
                <a:solidFill>
                  <a:schemeClr val="dk1"/>
                </a:solidFill>
                <a:latin typeface="+mn-lt"/>
                <a:ea typeface="+mn-ea"/>
              </a:rPr>
              <a:t>, которая построена таким образом, что в ней отсутствует понятие центрального репозитория, для работы с этой </a:t>
            </a:r>
            <a:r>
              <a:rPr b="0" i="1" lang="ru-RU" sz="1200" spc="-1" strike="noStrike">
                <a:solidFill>
                  <a:schemeClr val="dk1"/>
                </a:solidFill>
                <a:latin typeface="+mn-lt"/>
                <a:ea typeface="+mn-ea"/>
              </a:rPr>
              <a:t>VCS</a:t>
            </a:r>
            <a:r>
              <a:rPr b="0" lang="ru-RU" sz="1200" spc="-1" strike="noStrike">
                <a:solidFill>
                  <a:schemeClr val="dk1"/>
                </a:solidFill>
                <a:latin typeface="+mn-lt"/>
                <a:ea typeface="+mn-ea"/>
              </a:rPr>
              <a:t> используется (как правило) консольная утилита </a:t>
            </a:r>
            <a:r>
              <a:rPr b="0" i="1" lang="ru-RU" sz="1200" spc="-1" strike="noStrike">
                <a:solidFill>
                  <a:schemeClr val="dk1"/>
                </a:solidFill>
                <a:latin typeface="+mn-lt"/>
                <a:ea typeface="+mn-ea"/>
              </a:rPr>
              <a:t>hg</a:t>
            </a:r>
            <a:r>
              <a:rPr b="0" lang="ru-RU" sz="1200" spc="-1" strike="noStrike">
                <a:solidFill>
                  <a:schemeClr val="dk1"/>
                </a:solidFill>
                <a:latin typeface="+mn-lt"/>
                <a:ea typeface="+mn-ea"/>
              </a:rPr>
              <a:t>. </a:t>
            </a:r>
            <a:r>
              <a:rPr b="0" i="1" lang="ru-RU" sz="1200" spc="-1" strike="noStrike">
                <a:solidFill>
                  <a:schemeClr val="dk1"/>
                </a:solidFill>
                <a:latin typeface="+mn-lt"/>
                <a:ea typeface="+mn-ea"/>
              </a:rPr>
              <a:t>Mercurial</a:t>
            </a:r>
            <a:r>
              <a:rPr b="0" lang="ru-RU" sz="1200" spc="-1" strike="noStrike">
                <a:solidFill>
                  <a:schemeClr val="dk1"/>
                </a:solidFill>
                <a:latin typeface="+mn-lt"/>
                <a:ea typeface="+mn-ea"/>
              </a:rPr>
              <a:t> обладает всеми возможностями системы контроля версий, такими как ветвление, слияние, синхронизация с другими репозиториями. Данный проект используют и поддерживают большое количество крупных разработчиков, среди них </a:t>
            </a:r>
            <a:r>
              <a:rPr b="0" i="1" lang="ru-RU" sz="1200" spc="-1" strike="noStrike">
                <a:solidFill>
                  <a:schemeClr val="dk1"/>
                </a:solidFill>
                <a:latin typeface="+mn-lt"/>
                <a:ea typeface="+mn-ea"/>
              </a:rPr>
              <a:t>Mozilla</a:t>
            </a:r>
            <a:r>
              <a:rPr b="0" lang="ru-RU" sz="1200" spc="-1" strike="noStrike">
                <a:solidFill>
                  <a:schemeClr val="dk1"/>
                </a:solidFill>
                <a:latin typeface="+mn-lt"/>
                <a:ea typeface="+mn-ea"/>
              </a:rPr>
              <a:t>, </a:t>
            </a:r>
            <a:r>
              <a:rPr b="0" i="1" lang="ru-RU" sz="1200" spc="-1" strike="noStrike">
                <a:solidFill>
                  <a:schemeClr val="dk1"/>
                </a:solidFill>
                <a:latin typeface="+mn-lt"/>
                <a:ea typeface="+mn-ea"/>
              </a:rPr>
              <a:t>OpenOffice</a:t>
            </a:r>
            <a:r>
              <a:rPr b="0" lang="ru-RU" sz="1200" spc="-1" strike="noStrike">
                <a:solidFill>
                  <a:schemeClr val="dk1"/>
                </a:solidFill>
                <a:latin typeface="+mn-lt"/>
                <a:ea typeface="+mn-ea"/>
              </a:rPr>
              <a:t>, </a:t>
            </a:r>
            <a:r>
              <a:rPr b="0" i="1" lang="ru-RU" sz="1200" spc="-1" strike="noStrike">
                <a:solidFill>
                  <a:schemeClr val="dk1"/>
                </a:solidFill>
                <a:latin typeface="+mn-lt"/>
                <a:ea typeface="+mn-ea"/>
              </a:rPr>
              <a:t>OpenJDK</a:t>
            </a:r>
            <a:r>
              <a:rPr b="0" lang="ru-RU" sz="1200" spc="-1" strike="noStrike">
                <a:solidFill>
                  <a:schemeClr val="dk1"/>
                </a:solidFill>
                <a:latin typeface="+mn-lt"/>
                <a:ea typeface="+mn-ea"/>
              </a:rPr>
              <a:t> и многие другие. Сам продукт написан на языке </a:t>
            </a:r>
            <a:r>
              <a:rPr b="0" i="1" lang="ru-RU" sz="1200" spc="-1" strike="noStrike">
                <a:solidFill>
                  <a:schemeClr val="dk1"/>
                </a:solidFill>
                <a:latin typeface="+mn-lt"/>
                <a:ea typeface="+mn-ea"/>
              </a:rPr>
              <a:t>Python</a:t>
            </a:r>
            <a:r>
              <a:rPr b="0" lang="ru-RU" sz="1200" spc="-1" strike="noStrike">
                <a:solidFill>
                  <a:schemeClr val="dk1"/>
                </a:solidFill>
                <a:latin typeface="+mn-lt"/>
                <a:ea typeface="+mn-ea"/>
              </a:rPr>
              <a:t> и доступен на большинстве современных операционных систем (</a:t>
            </a:r>
            <a:r>
              <a:rPr b="0" i="1" lang="ru-RU" sz="1200" spc="-1" strike="noStrike">
                <a:solidFill>
                  <a:schemeClr val="dk1"/>
                </a:solidFill>
                <a:latin typeface="+mn-lt"/>
                <a:ea typeface="+mn-ea"/>
              </a:rPr>
              <a:t>Windows</a:t>
            </a:r>
            <a:r>
              <a:rPr b="0" lang="ru-RU" sz="1200" spc="-1" strike="noStrike">
                <a:solidFill>
                  <a:schemeClr val="dk1"/>
                </a:solidFill>
                <a:latin typeface="+mn-lt"/>
                <a:ea typeface="+mn-ea"/>
              </a:rPr>
              <a:t>, </a:t>
            </a:r>
            <a:r>
              <a:rPr b="0" i="1" lang="ru-RU" sz="1200" spc="-1" strike="noStrike">
                <a:solidFill>
                  <a:schemeClr val="dk1"/>
                </a:solidFill>
                <a:latin typeface="+mn-lt"/>
                <a:ea typeface="+mn-ea"/>
              </a:rPr>
              <a:t>Mac OS</a:t>
            </a:r>
            <a:r>
              <a:rPr b="0" lang="ru-RU" sz="1200" spc="-1" strike="noStrike">
                <a:solidFill>
                  <a:schemeClr val="dk1"/>
                </a:solidFill>
                <a:latin typeface="+mn-lt"/>
                <a:ea typeface="+mn-ea"/>
              </a:rPr>
              <a:t>, </a:t>
            </a:r>
            <a:r>
              <a:rPr b="0" i="1" lang="ru-RU" sz="1200" spc="-1" strike="noStrike">
                <a:solidFill>
                  <a:schemeClr val="dk1"/>
                </a:solidFill>
                <a:latin typeface="+mn-lt"/>
                <a:ea typeface="+mn-ea"/>
              </a:rPr>
              <a:t>Linux</a:t>
            </a:r>
            <a:r>
              <a:rPr b="0" lang="ru-RU" sz="1200" spc="-1" strike="noStrike">
                <a:solidFill>
                  <a:schemeClr val="dk1"/>
                </a:solidFill>
                <a:latin typeface="+mn-lt"/>
                <a:ea typeface="+mn-ea"/>
              </a:rPr>
              <a:t>), также существует значительное количество утилит с графическим интерфейсом для работы с </a:t>
            </a:r>
            <a:r>
              <a:rPr b="0" i="1" lang="ru-RU" sz="1200" spc="-1" strike="noStrike">
                <a:solidFill>
                  <a:schemeClr val="dk1"/>
                </a:solidFill>
                <a:latin typeface="+mn-lt"/>
                <a:ea typeface="+mn-ea"/>
              </a:rPr>
              <a:t>Mercurial</a:t>
            </a:r>
            <a:r>
              <a:rPr b="0" lang="ru-RU" sz="1200" spc="-1" strike="noStrike">
                <a:solidFill>
                  <a:schemeClr val="dk1"/>
                </a:solidFill>
                <a:latin typeface="+mn-lt"/>
                <a:ea typeface="+mn-ea"/>
              </a:rPr>
              <a:t>. Основным конкурентом </a:t>
            </a:r>
            <a:r>
              <a:rPr b="0" i="1" lang="ru-RU" sz="1200" spc="-1" strike="noStrike">
                <a:solidFill>
                  <a:schemeClr val="dk1"/>
                </a:solidFill>
                <a:latin typeface="+mn-lt"/>
                <a:ea typeface="+mn-ea"/>
              </a:rPr>
              <a:t>Mercurial</a:t>
            </a:r>
            <a:r>
              <a:rPr b="0" lang="ru-RU" sz="1200" spc="-1" strike="noStrike">
                <a:solidFill>
                  <a:schemeClr val="dk1"/>
                </a:solidFill>
                <a:latin typeface="+mn-lt"/>
                <a:ea typeface="+mn-ea"/>
              </a:rPr>
              <a:t> на рынке распределенных систем контроля версий является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который, на сегодняшний день, выиграл гонку за лидерство.</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423" name="PlaceHolder 3"/>
          <p:cNvSpPr>
            <a:spLocks noGrp="1"/>
          </p:cNvSpPr>
          <p:nvPr>
            <p:ph type="sldNum" idx="5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9594069-DC02-4AE5-A06D-0D5DF89154D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2925720" y="849240"/>
            <a:ext cx="4076280" cy="2293560"/>
          </a:xfrm>
          <a:prstGeom prst="rect">
            <a:avLst/>
          </a:prstGeom>
          <a:ln w="0">
            <a:noFill/>
          </a:ln>
        </p:spPr>
      </p:sp>
      <p:sp>
        <p:nvSpPr>
          <p:cNvPr id="42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6" name="PlaceHolder 3"/>
          <p:cNvSpPr>
            <a:spLocks noGrp="1"/>
          </p:cNvSpPr>
          <p:nvPr>
            <p:ph type="sldNum" idx="5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B6E29AB-3EE7-46D8-AAB9-39634D13302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2925720" y="849240"/>
            <a:ext cx="4076280" cy="2293560"/>
          </a:xfrm>
          <a:prstGeom prst="rect">
            <a:avLst/>
          </a:prstGeom>
          <a:ln w="0">
            <a:noFill/>
          </a:ln>
        </p:spPr>
      </p:sp>
      <p:sp>
        <p:nvSpPr>
          <p:cNvPr id="42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9" name="PlaceHolder 3"/>
          <p:cNvSpPr>
            <a:spLocks noGrp="1"/>
          </p:cNvSpPr>
          <p:nvPr>
            <p:ph type="sldNum" idx="5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AB2F0D3-7415-4EAB-A770-9386CB244D0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2925720" y="849240"/>
            <a:ext cx="4076280" cy="2293560"/>
          </a:xfrm>
          <a:prstGeom prst="rect">
            <a:avLst/>
          </a:prstGeom>
          <a:ln w="0">
            <a:noFill/>
          </a:ln>
        </p:spPr>
      </p:sp>
      <p:sp>
        <p:nvSpPr>
          <p:cNvPr id="431"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2" name="PlaceHolder 3"/>
          <p:cNvSpPr>
            <a:spLocks noGrp="1"/>
          </p:cNvSpPr>
          <p:nvPr>
            <p:ph type="sldNum" idx="60"/>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559AE9E-3FE8-4763-9FA2-537F24654E9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2925720" y="849240"/>
            <a:ext cx="4076280" cy="2293560"/>
          </a:xfrm>
          <a:prstGeom prst="rect">
            <a:avLst/>
          </a:prstGeom>
          <a:ln w="0">
            <a:noFill/>
          </a:ln>
        </p:spPr>
      </p:sp>
      <p:sp>
        <p:nvSpPr>
          <p:cNvPr id="434"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5" name="PlaceHolder 3"/>
          <p:cNvSpPr>
            <a:spLocks noGrp="1"/>
          </p:cNvSpPr>
          <p:nvPr>
            <p:ph type="sldNum" idx="61"/>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FF335FA-42D2-4281-9C29-0C28063AD28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2925720" y="849240"/>
            <a:ext cx="4076280" cy="2293560"/>
          </a:xfrm>
          <a:prstGeom prst="rect">
            <a:avLst/>
          </a:prstGeom>
          <a:ln w="0">
            <a:noFill/>
          </a:ln>
        </p:spPr>
      </p:sp>
      <p:sp>
        <p:nvSpPr>
          <p:cNvPr id="437"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8" name="PlaceHolder 3"/>
          <p:cNvSpPr>
            <a:spLocks noGrp="1"/>
          </p:cNvSpPr>
          <p:nvPr>
            <p:ph type="sldNum" idx="62"/>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B45B4D8-2F2F-471E-AC9C-6DED964DC01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2925720" y="849240"/>
            <a:ext cx="4076280" cy="2293560"/>
          </a:xfrm>
          <a:prstGeom prst="rect">
            <a:avLst/>
          </a:prstGeom>
          <a:ln w="0">
            <a:noFill/>
          </a:ln>
        </p:spPr>
      </p:sp>
      <p:sp>
        <p:nvSpPr>
          <p:cNvPr id="440"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41" name="PlaceHolder 3"/>
          <p:cNvSpPr>
            <a:spLocks noGrp="1"/>
          </p:cNvSpPr>
          <p:nvPr>
            <p:ph type="sldNum" idx="63"/>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D6E8CB6-75A9-48AA-946C-C50D57AED39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2925720" y="849240"/>
            <a:ext cx="4076280" cy="2293560"/>
          </a:xfrm>
          <a:prstGeom prst="rect">
            <a:avLst/>
          </a:prstGeom>
          <a:ln w="0">
            <a:noFill/>
          </a:ln>
        </p:spPr>
      </p:sp>
      <p:sp>
        <p:nvSpPr>
          <p:cNvPr id="443"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44" name="PlaceHolder 3"/>
          <p:cNvSpPr>
            <a:spLocks noGrp="1"/>
          </p:cNvSpPr>
          <p:nvPr>
            <p:ph type="sldNum" idx="64"/>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F0C85EC-9FDA-46F0-8F54-B729AC4B5CA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2925720" y="849240"/>
            <a:ext cx="4076280" cy="2293560"/>
          </a:xfrm>
          <a:prstGeom prst="rect">
            <a:avLst/>
          </a:prstGeom>
          <a:ln w="0">
            <a:noFill/>
          </a:ln>
        </p:spPr>
      </p:sp>
      <p:sp>
        <p:nvSpPr>
          <p:cNvPr id="446"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https://devpractice.ru/git-for-beginners-part-1-what-is-vcs/</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Среди крупных проектов, в рамках которых используется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можно выделить ядро </a:t>
            </a:r>
            <a:r>
              <a:rPr b="0" i="1" lang="ru-RU" sz="1200" spc="-1" strike="noStrike">
                <a:solidFill>
                  <a:schemeClr val="dk1"/>
                </a:solidFill>
                <a:latin typeface="+mn-lt"/>
                <a:ea typeface="+mn-ea"/>
              </a:rPr>
              <a:t>Linux</a:t>
            </a:r>
            <a:r>
              <a:rPr b="0" lang="ru-RU" sz="1200" spc="-1" strike="noStrike">
                <a:solidFill>
                  <a:schemeClr val="dk1"/>
                </a:solidFill>
                <a:latin typeface="+mn-lt"/>
                <a:ea typeface="+mn-ea"/>
              </a:rPr>
              <a:t>, </a:t>
            </a:r>
            <a:r>
              <a:rPr b="0" i="1" lang="ru-RU" sz="1200" spc="-1" strike="noStrike">
                <a:solidFill>
                  <a:schemeClr val="dk1"/>
                </a:solidFill>
                <a:latin typeface="+mn-lt"/>
                <a:ea typeface="+mn-ea"/>
              </a:rPr>
              <a:t>Qt</a:t>
            </a:r>
            <a:r>
              <a:rPr b="0" lang="ru-RU" sz="1200" spc="-1" strike="noStrike">
                <a:solidFill>
                  <a:schemeClr val="dk1"/>
                </a:solidFill>
                <a:latin typeface="+mn-lt"/>
                <a:ea typeface="+mn-ea"/>
              </a:rPr>
              <a:t>, </a:t>
            </a:r>
            <a:r>
              <a:rPr b="0" i="1" lang="ru-RU" sz="1200" spc="-1" strike="noStrike">
                <a:solidFill>
                  <a:schemeClr val="dk1"/>
                </a:solidFill>
                <a:latin typeface="+mn-lt"/>
                <a:ea typeface="+mn-ea"/>
              </a:rPr>
              <a:t>Android</a:t>
            </a:r>
            <a:r>
              <a:rPr b="0" lang="ru-RU"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i="1" lang="ru-RU" sz="1200" spc="-1" strike="noStrike">
                <a:solidFill>
                  <a:schemeClr val="dk1"/>
                </a:solidFill>
                <a:latin typeface="+mn-lt"/>
                <a:ea typeface="+mn-ea"/>
              </a:rPr>
              <a:t>Git</a:t>
            </a:r>
            <a:r>
              <a:rPr b="0" lang="ru-RU" sz="1200" spc="-1" strike="noStrike">
                <a:solidFill>
                  <a:schemeClr val="dk1"/>
                </a:solidFill>
                <a:latin typeface="+mn-lt"/>
                <a:ea typeface="+mn-ea"/>
              </a:rPr>
              <a:t> свободен и распространяется под лицензией </a:t>
            </a:r>
            <a:r>
              <a:rPr b="0" i="1" lang="ru-RU" sz="1200" spc="-1" strike="noStrike">
                <a:solidFill>
                  <a:schemeClr val="dk1"/>
                </a:solidFill>
                <a:latin typeface="+mn-lt"/>
                <a:ea typeface="+mn-ea"/>
              </a:rPr>
              <a:t>GNU</a:t>
            </a:r>
            <a:r>
              <a:rPr b="0" lang="ru-RU" sz="1200" spc="-1" strike="noStrike">
                <a:solidFill>
                  <a:schemeClr val="dk1"/>
                </a:solidFill>
                <a:latin typeface="+mn-lt"/>
                <a:ea typeface="+mn-ea"/>
              </a:rPr>
              <a:t> </a:t>
            </a:r>
            <a:r>
              <a:rPr b="0" i="1" lang="ru-RU" sz="1200" spc="-1" strike="noStrike">
                <a:solidFill>
                  <a:schemeClr val="dk1"/>
                </a:solidFill>
                <a:latin typeface="+mn-lt"/>
                <a:ea typeface="+mn-ea"/>
              </a:rPr>
              <a:t>GPL</a:t>
            </a:r>
            <a:r>
              <a:rPr b="0" lang="ru-RU" sz="1200" spc="-1" strike="noStrike">
                <a:solidFill>
                  <a:schemeClr val="dk1"/>
                </a:solidFill>
                <a:latin typeface="+mn-lt"/>
                <a:ea typeface="+mn-ea"/>
              </a:rPr>
              <a:t> 2 и, также как </a:t>
            </a:r>
            <a:r>
              <a:rPr b="0" i="1" lang="ru-RU" sz="1200" spc="-1" strike="noStrike">
                <a:solidFill>
                  <a:schemeClr val="dk1"/>
                </a:solidFill>
                <a:latin typeface="+mn-lt"/>
                <a:ea typeface="+mn-ea"/>
              </a:rPr>
              <a:t>Mercurial</a:t>
            </a:r>
            <a:r>
              <a:rPr b="0" lang="ru-RU" sz="1200" spc="-1" strike="noStrike">
                <a:solidFill>
                  <a:schemeClr val="dk1"/>
                </a:solidFill>
                <a:latin typeface="+mn-lt"/>
                <a:ea typeface="+mn-ea"/>
              </a:rPr>
              <a:t>, доступен практически на всех операционных системах.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По своим базовым возможностям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схож с </a:t>
            </a:r>
            <a:r>
              <a:rPr b="0" i="1" lang="ru-RU" sz="1200" spc="-1" strike="noStrike">
                <a:solidFill>
                  <a:schemeClr val="dk1"/>
                </a:solidFill>
                <a:latin typeface="+mn-lt"/>
                <a:ea typeface="+mn-ea"/>
              </a:rPr>
              <a:t>Mercurial</a:t>
            </a:r>
            <a:r>
              <a:rPr b="0" lang="ru-RU" sz="1200" spc="-1" strike="noStrike">
                <a:solidFill>
                  <a:schemeClr val="dk1"/>
                </a:solidFill>
                <a:latin typeface="+mn-lt"/>
                <a:ea typeface="+mn-ea"/>
              </a:rPr>
              <a:t> (и другими </a:t>
            </a:r>
            <a:r>
              <a:rPr b="0" i="1" lang="ru-RU" sz="1200" spc="-1" strike="noStrike">
                <a:solidFill>
                  <a:schemeClr val="dk1"/>
                </a:solidFill>
                <a:latin typeface="+mn-lt"/>
                <a:ea typeface="+mn-ea"/>
              </a:rPr>
              <a:t>DVCS</a:t>
            </a:r>
            <a:r>
              <a:rPr b="0" lang="ru-RU" sz="1200" spc="-1" strike="noStrike">
                <a:solidFill>
                  <a:schemeClr val="dk1"/>
                </a:solidFill>
                <a:latin typeface="+mn-lt"/>
                <a:ea typeface="+mn-ea"/>
              </a:rPr>
              <a:t>), но благодаря ряду достоинств (высокая скорость работы, возможность интеграции с другими </a:t>
            </a:r>
            <a:r>
              <a:rPr b="0" i="1" lang="ru-RU" sz="1200" spc="-1" strike="noStrike">
                <a:solidFill>
                  <a:schemeClr val="dk1"/>
                </a:solidFill>
                <a:latin typeface="+mn-lt"/>
                <a:ea typeface="+mn-ea"/>
              </a:rPr>
              <a:t>VCS</a:t>
            </a:r>
            <a:r>
              <a:rPr b="0" lang="ru-RU" sz="1200" spc="-1" strike="noStrike">
                <a:solidFill>
                  <a:schemeClr val="dk1"/>
                </a:solidFill>
                <a:latin typeface="+mn-lt"/>
                <a:ea typeface="+mn-ea"/>
              </a:rPr>
              <a:t>, удобный интерфейс) и очень активному сообществу, сформировавшемуся вокруг этой системы,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вышел в лидеры рынка распределенных систем контроля версий. Необходимо отметить, что несмотря на большую популярность таких систем как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крупные корпорации, подобные </a:t>
            </a:r>
            <a:r>
              <a:rPr b="0" i="1" lang="ru-RU" sz="1200" spc="-1" strike="noStrike">
                <a:solidFill>
                  <a:schemeClr val="dk1"/>
                </a:solidFill>
                <a:latin typeface="+mn-lt"/>
                <a:ea typeface="+mn-ea"/>
              </a:rPr>
              <a:t>Google</a:t>
            </a:r>
            <a:r>
              <a:rPr b="0" lang="ru-RU" sz="1200" spc="-1" strike="noStrike">
                <a:solidFill>
                  <a:schemeClr val="dk1"/>
                </a:solidFill>
                <a:latin typeface="+mn-lt"/>
                <a:ea typeface="+mn-ea"/>
              </a:rPr>
              <a:t>, используют свои </a:t>
            </a:r>
            <a:r>
              <a:rPr b="0" i="1" lang="ru-RU" sz="1200" spc="-1" strike="noStrike">
                <a:solidFill>
                  <a:schemeClr val="dk1"/>
                </a:solidFill>
                <a:latin typeface="+mn-lt"/>
                <a:ea typeface="+mn-ea"/>
              </a:rPr>
              <a:t>VCS</a:t>
            </a:r>
            <a:r>
              <a:rPr b="0" lang="ru-RU" sz="1200" spc="-1" strike="noStrike">
                <a:solidFill>
                  <a:schemeClr val="dk1"/>
                </a:solidFill>
                <a:latin typeface="+mn-lt"/>
                <a:ea typeface="+mn-ea"/>
              </a:rPr>
              <a:t>.</a:t>
            </a:r>
            <a:endParaRPr b="0" lang="en-US" sz="1200" spc="-1" strike="noStrike">
              <a:solidFill>
                <a:srgbClr val="000000"/>
              </a:solidFill>
              <a:latin typeface="Arial"/>
            </a:endParaRPr>
          </a:p>
        </p:txBody>
      </p:sp>
      <p:sp>
        <p:nvSpPr>
          <p:cNvPr id="447" name="PlaceHolder 3"/>
          <p:cNvSpPr>
            <a:spLocks noGrp="1"/>
          </p:cNvSpPr>
          <p:nvPr>
            <p:ph type="sldNum" idx="65"/>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D3214C3-7F3B-4CCD-9BA9-0863DA25E29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2925720" y="849240"/>
            <a:ext cx="4076280" cy="2293560"/>
          </a:xfrm>
          <a:prstGeom prst="rect">
            <a:avLst/>
          </a:prstGeom>
          <a:ln w="0">
            <a:noFill/>
          </a:ln>
        </p:spPr>
      </p:sp>
      <p:sp>
        <p:nvSpPr>
          <p:cNvPr id="449"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ru-RU" sz="1200" spc="-1" strike="noStrike">
                <a:solidFill>
                  <a:schemeClr val="dk1"/>
                </a:solidFill>
                <a:latin typeface="+mn-lt"/>
                <a:ea typeface="+mn-ea"/>
              </a:rPr>
              <a:t>https://learngitbranching.js.org/ — интерактивная обучалка ветвлению в </a:t>
            </a:r>
            <a:r>
              <a:rPr b="0" lang="en-US" sz="1200" spc="-1" strike="noStrike">
                <a:solidFill>
                  <a:schemeClr val="dk1"/>
                </a:solidFill>
                <a:latin typeface="+mn-lt"/>
                <a:ea typeface="+mn-ea"/>
              </a:rPr>
              <a:t>git </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0" lang="ru-RU" sz="1200" spc="-1" strike="noStrike">
                <a:solidFill>
                  <a:schemeClr val="dk1"/>
                </a:solidFill>
                <a:latin typeface="+mn-lt"/>
                <a:ea typeface="+mn-ea"/>
              </a:rPr>
              <a:t>https://githowto.com/ru — отличный курс обучения гиту на русском с примерами</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https://git-scm.com/book/ru/v2/ — pro git book</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https://www.udemy.com/course/git-expert-4-hours/ — онлайн курс по гиту</a:t>
            </a:r>
            <a:endParaRPr b="0" lang="en-US" sz="1200" spc="-1" strike="noStrike">
              <a:solidFill>
                <a:srgbClr val="000000"/>
              </a:solidFill>
              <a:latin typeface="Arial"/>
            </a:endParaRPr>
          </a:p>
        </p:txBody>
      </p:sp>
      <p:sp>
        <p:nvSpPr>
          <p:cNvPr id="450" name="PlaceHolder 3"/>
          <p:cNvSpPr>
            <a:spLocks noGrp="1"/>
          </p:cNvSpPr>
          <p:nvPr>
            <p:ph type="sldNum" idx="66"/>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F0D1E9F-3C05-4F28-9506-6C1CC23DF79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2925720" y="849240"/>
            <a:ext cx="4076280" cy="2293560"/>
          </a:xfrm>
          <a:prstGeom prst="rect">
            <a:avLst/>
          </a:prstGeom>
          <a:ln w="0">
            <a:noFill/>
          </a:ln>
        </p:spPr>
      </p:sp>
      <p:sp>
        <p:nvSpPr>
          <p:cNvPr id="45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1200" spc="-1" strike="noStrike">
                <a:solidFill>
                  <a:schemeClr val="dk1"/>
                </a:solidFill>
                <a:latin typeface="+mn-lt"/>
                <a:ea typeface="+mn-ea"/>
              </a:rPr>
              <a:t>https://devpractice.ru/git-for-beginners-part-2-install-git/</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способ использования </a:t>
            </a:r>
            <a:r>
              <a:rPr b="1" i="1" lang="en-US" sz="1200" spc="-1" strike="noStrike">
                <a:solidFill>
                  <a:schemeClr val="dk1"/>
                </a:solidFill>
                <a:latin typeface="+mn-lt"/>
                <a:ea typeface="+mn-ea"/>
              </a:rPr>
              <a:t>Git</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этом окне доступны три возможных варианта:</a:t>
            </a:r>
            <a:endParaRPr b="0" lang="en-US" sz="1200" spc="-1" strike="noStrike">
              <a:solidFill>
                <a:srgbClr val="000000"/>
              </a:solidFill>
              <a:latin typeface="Arial"/>
            </a:endParaRPr>
          </a:p>
          <a:p>
            <a:pPr indent="0" defTabSz="914400">
              <a:lnSpc>
                <a:spcPct val="100000"/>
              </a:lnSpc>
              <a:buNone/>
              <a:tabLst>
                <a:tab algn="l" pos="0"/>
              </a:tabLst>
            </a:pPr>
            <a:r>
              <a:rPr b="1" i="1" lang="ru-RU" sz="1200" spc="-1" strike="noStrike">
                <a:solidFill>
                  <a:schemeClr val="dk1"/>
                </a:solidFill>
                <a:latin typeface="+mn-lt"/>
                <a:ea typeface="+mn-ea"/>
              </a:rPr>
              <a:t>Use Git from Git Bash only</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Переменная </a:t>
            </a:r>
            <a:r>
              <a:rPr b="0" i="1" lang="ru-RU" sz="1200" spc="-1" strike="noStrike">
                <a:solidFill>
                  <a:schemeClr val="dk1"/>
                </a:solidFill>
                <a:latin typeface="+mn-lt"/>
                <a:ea typeface="+mn-ea"/>
              </a:rPr>
              <a:t>PATH</a:t>
            </a:r>
            <a:r>
              <a:rPr b="0" lang="ru-RU" sz="1200" spc="-1" strike="noStrike">
                <a:solidFill>
                  <a:schemeClr val="dk1"/>
                </a:solidFill>
                <a:latin typeface="+mn-lt"/>
                <a:ea typeface="+mn-ea"/>
              </a:rPr>
              <a:t> не модифицируется и работа с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возможна только через специализированную оболочку, которая называется </a:t>
            </a:r>
            <a:r>
              <a:rPr b="0" i="1" lang="ru-RU" sz="1200" spc="-1" strike="noStrike">
                <a:solidFill>
                  <a:schemeClr val="dk1"/>
                </a:solidFill>
                <a:latin typeface="+mn-lt"/>
                <a:ea typeface="+mn-ea"/>
              </a:rPr>
              <a:t>Git Bash</a:t>
            </a:r>
            <a:r>
              <a:rPr b="0" lang="ru-RU"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r>
              <a:rPr b="1" i="1" lang="ru-RU" sz="1200" spc="-1" strike="noStrike">
                <a:solidFill>
                  <a:schemeClr val="dk1"/>
                </a:solidFill>
                <a:latin typeface="+mn-lt"/>
                <a:ea typeface="+mn-ea"/>
              </a:rPr>
              <a:t>Use Git from the Windows Command Prompt</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этом случае происходит минимальная модификация переменной окружения </a:t>
            </a:r>
            <a:r>
              <a:rPr b="0" i="1" lang="ru-RU" sz="1200" spc="-1" strike="noStrike">
                <a:solidFill>
                  <a:schemeClr val="dk1"/>
                </a:solidFill>
                <a:latin typeface="+mn-lt"/>
                <a:ea typeface="+mn-ea"/>
              </a:rPr>
              <a:t>PATH</a:t>
            </a:r>
            <a:r>
              <a:rPr b="0" lang="ru-RU" sz="1200" spc="-1" strike="noStrike">
                <a:solidFill>
                  <a:schemeClr val="dk1"/>
                </a:solidFill>
                <a:latin typeface="+mn-lt"/>
                <a:ea typeface="+mn-ea"/>
              </a:rPr>
              <a:t>, которая позволит работать с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через командную стоку </a:t>
            </a:r>
            <a:r>
              <a:rPr b="0" i="1" lang="ru-RU" sz="1200" spc="-1" strike="noStrike">
                <a:solidFill>
                  <a:schemeClr val="dk1"/>
                </a:solidFill>
                <a:latin typeface="+mn-lt"/>
                <a:ea typeface="+mn-ea"/>
              </a:rPr>
              <a:t>Windows</a:t>
            </a:r>
            <a:r>
              <a:rPr b="0" lang="ru-RU" sz="1200" spc="-1" strike="noStrike">
                <a:solidFill>
                  <a:schemeClr val="dk1"/>
                </a:solidFill>
                <a:latin typeface="+mn-lt"/>
                <a:ea typeface="+mn-ea"/>
              </a:rPr>
              <a:t>. Работа через </a:t>
            </a:r>
            <a:r>
              <a:rPr b="0" i="1" lang="ru-RU" sz="1200" spc="-1" strike="noStrike">
                <a:solidFill>
                  <a:schemeClr val="dk1"/>
                </a:solidFill>
                <a:latin typeface="+mn-lt"/>
                <a:ea typeface="+mn-ea"/>
              </a:rPr>
              <a:t>Git Bash</a:t>
            </a:r>
            <a:r>
              <a:rPr b="0" lang="ru-RU" sz="1200" spc="-1" strike="noStrike">
                <a:solidFill>
                  <a:schemeClr val="dk1"/>
                </a:solidFill>
                <a:latin typeface="+mn-lt"/>
                <a:ea typeface="+mn-ea"/>
              </a:rPr>
              <a:t> также возможна.</a:t>
            </a:r>
            <a:endParaRPr b="0" lang="en-US" sz="1200" spc="-1" strike="noStrike">
              <a:solidFill>
                <a:srgbClr val="000000"/>
              </a:solidFill>
              <a:latin typeface="Arial"/>
            </a:endParaRPr>
          </a:p>
          <a:p>
            <a:pPr indent="0" defTabSz="914400">
              <a:lnSpc>
                <a:spcPct val="100000"/>
              </a:lnSpc>
              <a:buNone/>
              <a:tabLst>
                <a:tab algn="l" pos="0"/>
              </a:tabLst>
            </a:pPr>
            <a:r>
              <a:rPr b="1" i="1" lang="ru-RU" sz="1200" spc="-1" strike="noStrike">
                <a:solidFill>
                  <a:schemeClr val="dk1"/>
                </a:solidFill>
                <a:latin typeface="+mn-lt"/>
                <a:ea typeface="+mn-ea"/>
              </a:rPr>
              <a:t>Use Git and optional Unix tools from the Windows Command Prompt</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переменную </a:t>
            </a:r>
            <a:r>
              <a:rPr b="0" i="1" lang="ru-RU" sz="1200" spc="-1" strike="noStrike">
                <a:solidFill>
                  <a:schemeClr val="dk1"/>
                </a:solidFill>
                <a:latin typeface="+mn-lt"/>
                <a:ea typeface="+mn-ea"/>
              </a:rPr>
              <a:t>PATH</a:t>
            </a:r>
            <a:r>
              <a:rPr b="0" lang="ru-RU" sz="1200" spc="-1" strike="noStrike">
                <a:solidFill>
                  <a:schemeClr val="dk1"/>
                </a:solidFill>
                <a:latin typeface="+mn-lt"/>
                <a:ea typeface="+mn-ea"/>
              </a:rPr>
              <a:t> вносится значительное количество модификаций, которые позволят, в рамках командной строки </a:t>
            </a:r>
            <a:r>
              <a:rPr b="0" i="1" lang="ru-RU" sz="1200" spc="-1" strike="noStrike">
                <a:solidFill>
                  <a:schemeClr val="dk1"/>
                </a:solidFill>
                <a:latin typeface="+mn-lt"/>
                <a:ea typeface="+mn-ea"/>
              </a:rPr>
              <a:t>Windows,</a:t>
            </a:r>
            <a:r>
              <a:rPr b="0" lang="ru-RU" sz="1200" spc="-1" strike="noStrike">
                <a:solidFill>
                  <a:schemeClr val="dk1"/>
                </a:solidFill>
                <a:latin typeface="+mn-lt"/>
                <a:ea typeface="+mn-ea"/>
              </a:rPr>
              <a:t> использовать как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так и утилиты </a:t>
            </a:r>
            <a:r>
              <a:rPr b="0" i="1" lang="ru-RU" sz="1200" spc="-1" strike="noStrike">
                <a:solidFill>
                  <a:schemeClr val="dk1"/>
                </a:solidFill>
                <a:latin typeface="+mn-lt"/>
                <a:ea typeface="+mn-ea"/>
              </a:rPr>
              <a:t>Unix</a:t>
            </a:r>
            <a:r>
              <a:rPr b="0" lang="ru-RU" sz="1200" spc="-1" strike="noStrike">
                <a:solidFill>
                  <a:schemeClr val="dk1"/>
                </a:solidFill>
                <a:latin typeface="+mn-lt"/>
                <a:ea typeface="+mn-ea"/>
              </a:rPr>
              <a:t>, которые поставляются вместе с дистрибутивом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Наша рекомендация: опция </a:t>
            </a:r>
            <a:r>
              <a:rPr b="0" i="1" lang="ru-RU" sz="1200" spc="-1" strike="noStrike">
                <a:solidFill>
                  <a:schemeClr val="dk1"/>
                </a:solidFill>
                <a:latin typeface="+mn-lt"/>
                <a:ea typeface="+mn-ea"/>
              </a:rPr>
              <a:t>Use Git from the Windows Command Prompt</a:t>
            </a:r>
            <a:r>
              <a:rPr b="0" lang="ru-RU"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5. Настройка правил окончания строки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Существует два варианта формирования конца строки в текстовых файлах – это </a:t>
            </a:r>
            <a:r>
              <a:rPr b="0" i="1" lang="en-US" sz="1200" spc="-1" strike="noStrike">
                <a:solidFill>
                  <a:schemeClr val="dk1"/>
                </a:solidFill>
                <a:latin typeface="+mn-lt"/>
                <a:ea typeface="+mn-ea"/>
              </a:rPr>
              <a:t>Windows</a:t>
            </a:r>
            <a:r>
              <a:rPr b="0" lang="en-US" sz="1200" spc="-1" strike="noStrike">
                <a:solidFill>
                  <a:schemeClr val="dk1"/>
                </a:solidFill>
                <a:latin typeface="+mn-lt"/>
                <a:ea typeface="+mn-ea"/>
              </a:rPr>
              <a:t> </a:t>
            </a:r>
            <a:r>
              <a:rPr b="0" lang="ru-RU" sz="1200" spc="-1" strike="noStrike">
                <a:solidFill>
                  <a:schemeClr val="dk1"/>
                </a:solidFill>
                <a:latin typeface="+mn-lt"/>
                <a:ea typeface="+mn-ea"/>
              </a:rPr>
              <a:t>стиль и </a:t>
            </a:r>
            <a:r>
              <a:rPr b="0" i="1" lang="en-US" sz="1200" spc="-1" strike="noStrike">
                <a:solidFill>
                  <a:schemeClr val="dk1"/>
                </a:solidFill>
                <a:latin typeface="+mn-lt"/>
                <a:ea typeface="+mn-ea"/>
              </a:rPr>
              <a:t>Unix</a:t>
            </a:r>
            <a:r>
              <a:rPr b="0" lang="en-US" sz="1200" spc="-1" strike="noStrike">
                <a:solidFill>
                  <a:schemeClr val="dk1"/>
                </a:solidFill>
                <a:latin typeface="+mn-lt"/>
                <a:ea typeface="+mn-ea"/>
              </a:rPr>
              <a:t> </a:t>
            </a:r>
            <a:r>
              <a:rPr b="0" lang="ru-RU" sz="1200" spc="-1" strike="noStrike">
                <a:solidFill>
                  <a:schemeClr val="dk1"/>
                </a:solidFill>
                <a:latin typeface="+mn-lt"/>
                <a:ea typeface="+mn-ea"/>
              </a:rPr>
              <a:t>стиль. Данное окно позволяет выбрать одну из опций, определяющих правило формирования окончания строки:</a:t>
            </a:r>
            <a:endParaRPr b="0" lang="en-US" sz="1200" spc="-1" strike="noStrike">
              <a:solidFill>
                <a:srgbClr val="000000"/>
              </a:solidFill>
              <a:latin typeface="Arial"/>
            </a:endParaRPr>
          </a:p>
          <a:p>
            <a:pPr indent="0" defTabSz="914400">
              <a:lnSpc>
                <a:spcPct val="100000"/>
              </a:lnSpc>
              <a:buNone/>
              <a:tabLst>
                <a:tab algn="l" pos="0"/>
              </a:tabLst>
            </a:pPr>
            <a:r>
              <a:rPr b="1" i="1" lang="en-US" sz="1200" spc="-1" strike="noStrike">
                <a:solidFill>
                  <a:schemeClr val="dk1"/>
                </a:solidFill>
                <a:latin typeface="+mn-lt"/>
                <a:ea typeface="+mn-ea"/>
              </a:rPr>
              <a:t>Checkout Windows-style, commit Unix-style line endings</a:t>
            </a:r>
            <a:endParaRPr b="0" lang="en-US" sz="1200" spc="-1" strike="noStrike">
              <a:solidFill>
                <a:srgbClr val="000000"/>
              </a:solidFill>
              <a:latin typeface="Arial"/>
            </a:endParaRPr>
          </a:p>
          <a:p>
            <a:pPr indent="0" defTabSz="914400">
              <a:lnSpc>
                <a:spcPct val="100000"/>
              </a:lnSpc>
              <a:buNone/>
              <a:tabLst>
                <a:tab algn="l" pos="0"/>
              </a:tabLst>
            </a:pPr>
            <a:r>
              <a:rPr b="0" i="1" lang="en-US" sz="1200" spc="-1" strike="noStrike">
                <a:solidFill>
                  <a:schemeClr val="dk1"/>
                </a:solidFill>
                <a:latin typeface="+mn-lt"/>
                <a:ea typeface="+mn-ea"/>
              </a:rPr>
              <a:t>Checkout</a:t>
            </a:r>
            <a:r>
              <a:rPr b="0" lang="en-US" sz="1200" spc="-1" strike="noStrike">
                <a:solidFill>
                  <a:schemeClr val="dk1"/>
                </a:solidFill>
                <a:latin typeface="+mn-lt"/>
                <a:ea typeface="+mn-ea"/>
              </a:rPr>
              <a:t> (</a:t>
            </a:r>
            <a:r>
              <a:rPr b="0" lang="ru-RU" sz="1200" spc="-1" strike="noStrike">
                <a:solidFill>
                  <a:schemeClr val="dk1"/>
                </a:solidFill>
                <a:latin typeface="+mn-lt"/>
                <a:ea typeface="+mn-ea"/>
              </a:rPr>
              <a:t>операция извлечения документа из хранилища и создания рабочей копии) производится в </a:t>
            </a:r>
            <a:r>
              <a:rPr b="0" i="1" lang="en-US" sz="1200" spc="-1" strike="noStrike">
                <a:solidFill>
                  <a:schemeClr val="dk1"/>
                </a:solidFill>
                <a:latin typeface="+mn-lt"/>
                <a:ea typeface="+mn-ea"/>
              </a:rPr>
              <a:t>Windows</a:t>
            </a:r>
            <a:r>
              <a:rPr b="0" lang="en-US" sz="1200" spc="-1" strike="noStrike">
                <a:solidFill>
                  <a:schemeClr val="dk1"/>
                </a:solidFill>
                <a:latin typeface="+mn-lt"/>
                <a:ea typeface="+mn-ea"/>
              </a:rPr>
              <a:t> </a:t>
            </a:r>
            <a:r>
              <a:rPr b="0" lang="ru-RU" sz="1200" spc="-1" strike="noStrike">
                <a:solidFill>
                  <a:schemeClr val="dk1"/>
                </a:solidFill>
                <a:latin typeface="+mn-lt"/>
                <a:ea typeface="+mn-ea"/>
              </a:rPr>
              <a:t>стиле, а </a:t>
            </a:r>
            <a:r>
              <a:rPr b="0" i="1" lang="en-US" sz="1200" spc="-1" strike="noStrike">
                <a:solidFill>
                  <a:schemeClr val="dk1"/>
                </a:solidFill>
                <a:latin typeface="+mn-lt"/>
                <a:ea typeface="+mn-ea"/>
              </a:rPr>
              <a:t>commit</a:t>
            </a:r>
            <a:r>
              <a:rPr b="0" lang="en-US" sz="1200" spc="-1" strike="noStrike">
                <a:solidFill>
                  <a:schemeClr val="dk1"/>
                </a:solidFill>
                <a:latin typeface="+mn-lt"/>
                <a:ea typeface="+mn-ea"/>
              </a:rPr>
              <a:t> (</a:t>
            </a:r>
            <a:r>
              <a:rPr b="0" lang="ru-RU" sz="1200" spc="-1" strike="noStrike">
                <a:solidFill>
                  <a:schemeClr val="dk1"/>
                </a:solidFill>
                <a:latin typeface="+mn-lt"/>
                <a:ea typeface="+mn-ea"/>
              </a:rPr>
              <a:t>операция отправки изменений в репозиторий) в </a:t>
            </a:r>
            <a:r>
              <a:rPr b="0" i="1" lang="en-US" sz="1200" spc="-1" strike="noStrike">
                <a:solidFill>
                  <a:schemeClr val="dk1"/>
                </a:solidFill>
                <a:latin typeface="+mn-lt"/>
                <a:ea typeface="+mn-ea"/>
              </a:rPr>
              <a:t>Unix</a:t>
            </a:r>
            <a:r>
              <a:rPr b="0" lang="en-US" sz="1200" spc="-1" strike="noStrike">
                <a:solidFill>
                  <a:schemeClr val="dk1"/>
                </a:solidFill>
                <a:latin typeface="+mn-lt"/>
                <a:ea typeface="+mn-ea"/>
              </a:rPr>
              <a:t> </a:t>
            </a:r>
            <a:r>
              <a:rPr b="0" lang="ru-RU" sz="1200" spc="-1" strike="noStrike">
                <a:solidFill>
                  <a:schemeClr val="dk1"/>
                </a:solidFill>
                <a:latin typeface="+mn-lt"/>
                <a:ea typeface="+mn-ea"/>
              </a:rPr>
              <a:t>стиле.</a:t>
            </a:r>
            <a:endParaRPr b="0" lang="en-US" sz="1200" spc="-1" strike="noStrike">
              <a:solidFill>
                <a:srgbClr val="000000"/>
              </a:solidFill>
              <a:latin typeface="Arial"/>
            </a:endParaRPr>
          </a:p>
          <a:p>
            <a:pPr indent="0" defTabSz="914400">
              <a:lnSpc>
                <a:spcPct val="100000"/>
              </a:lnSpc>
              <a:buNone/>
              <a:tabLst>
                <a:tab algn="l" pos="0"/>
              </a:tabLst>
            </a:pPr>
            <a:r>
              <a:rPr b="1" i="1" lang="en-US" sz="1200" spc="-1" strike="noStrike">
                <a:solidFill>
                  <a:schemeClr val="dk1"/>
                </a:solidFill>
                <a:latin typeface="+mn-lt"/>
                <a:ea typeface="+mn-ea"/>
              </a:rPr>
              <a:t>Checkout as-is, commit Unix-style line endigns</a:t>
            </a:r>
            <a:endParaRPr b="0" lang="en-US" sz="1200" spc="-1" strike="noStrike">
              <a:solidFill>
                <a:srgbClr val="000000"/>
              </a:solidFill>
              <a:latin typeface="Arial"/>
            </a:endParaRPr>
          </a:p>
          <a:p>
            <a:pPr indent="0" defTabSz="914400">
              <a:lnSpc>
                <a:spcPct val="100000"/>
              </a:lnSpc>
              <a:buNone/>
              <a:tabLst>
                <a:tab algn="l" pos="0"/>
              </a:tabLst>
            </a:pPr>
            <a:r>
              <a:rPr b="0" i="1" lang="en-US" sz="1200" spc="-1" strike="noStrike">
                <a:solidFill>
                  <a:schemeClr val="dk1"/>
                </a:solidFill>
                <a:latin typeface="+mn-lt"/>
                <a:ea typeface="+mn-ea"/>
              </a:rPr>
              <a:t>Checkout</a:t>
            </a:r>
            <a:r>
              <a:rPr b="0" lang="en-US" sz="1200" spc="-1" strike="noStrike">
                <a:solidFill>
                  <a:schemeClr val="dk1"/>
                </a:solidFill>
                <a:latin typeface="+mn-lt"/>
                <a:ea typeface="+mn-ea"/>
              </a:rPr>
              <a:t> </a:t>
            </a:r>
            <a:r>
              <a:rPr b="0" lang="ru-RU" sz="1200" spc="-1" strike="noStrike">
                <a:solidFill>
                  <a:schemeClr val="dk1"/>
                </a:solidFill>
                <a:latin typeface="+mn-lt"/>
                <a:ea typeface="+mn-ea"/>
              </a:rPr>
              <a:t>производится в том формате, в котором данные хранятся в репозитории, а </a:t>
            </a:r>
            <a:r>
              <a:rPr b="0" i="1" lang="en-US" sz="1200" spc="-1" strike="noStrike">
                <a:solidFill>
                  <a:schemeClr val="dk1"/>
                </a:solidFill>
                <a:latin typeface="+mn-lt"/>
                <a:ea typeface="+mn-ea"/>
              </a:rPr>
              <a:t>commit</a:t>
            </a:r>
            <a:r>
              <a:rPr b="0" lang="en-US" sz="1200" spc="-1" strike="noStrike">
                <a:solidFill>
                  <a:schemeClr val="dk1"/>
                </a:solidFill>
                <a:latin typeface="+mn-lt"/>
                <a:ea typeface="+mn-ea"/>
              </a:rPr>
              <a:t> </a:t>
            </a:r>
            <a:r>
              <a:rPr b="0" lang="ru-RU" sz="1200" spc="-1" strike="noStrike">
                <a:solidFill>
                  <a:schemeClr val="dk1"/>
                </a:solidFill>
                <a:latin typeface="+mn-lt"/>
                <a:ea typeface="+mn-ea"/>
              </a:rPr>
              <a:t>осуществляется в </a:t>
            </a:r>
            <a:r>
              <a:rPr b="0" i="1" lang="en-US" sz="1200" spc="-1" strike="noStrike">
                <a:solidFill>
                  <a:schemeClr val="dk1"/>
                </a:solidFill>
                <a:latin typeface="+mn-lt"/>
                <a:ea typeface="+mn-ea"/>
              </a:rPr>
              <a:t>Unix</a:t>
            </a:r>
            <a:r>
              <a:rPr b="0" lang="en-US" sz="1200" spc="-1" strike="noStrike">
                <a:solidFill>
                  <a:schemeClr val="dk1"/>
                </a:solidFill>
                <a:latin typeface="+mn-lt"/>
                <a:ea typeface="+mn-ea"/>
              </a:rPr>
              <a:t> </a:t>
            </a:r>
            <a:r>
              <a:rPr b="0" lang="ru-RU" sz="1200" spc="-1" strike="noStrike">
                <a:solidFill>
                  <a:schemeClr val="dk1"/>
                </a:solidFill>
                <a:latin typeface="+mn-lt"/>
                <a:ea typeface="+mn-ea"/>
              </a:rPr>
              <a:t>стиле.</a:t>
            </a:r>
            <a:endParaRPr b="0" lang="en-US" sz="1200" spc="-1" strike="noStrike">
              <a:solidFill>
                <a:srgbClr val="000000"/>
              </a:solidFill>
              <a:latin typeface="Arial"/>
            </a:endParaRPr>
          </a:p>
          <a:p>
            <a:pPr indent="0" defTabSz="914400">
              <a:lnSpc>
                <a:spcPct val="100000"/>
              </a:lnSpc>
              <a:buNone/>
              <a:tabLst>
                <a:tab algn="l" pos="0"/>
              </a:tabLst>
            </a:pPr>
            <a:r>
              <a:rPr b="1" i="1" lang="en-US" sz="1200" spc="-1" strike="noStrike">
                <a:solidFill>
                  <a:schemeClr val="dk1"/>
                </a:solidFill>
                <a:latin typeface="+mn-lt"/>
                <a:ea typeface="+mn-ea"/>
              </a:rPr>
              <a:t>Checkout as-is, commit as-is</a:t>
            </a:r>
            <a:endParaRPr b="0" lang="en-US" sz="1200" spc="-1" strike="noStrike">
              <a:solidFill>
                <a:srgbClr val="000000"/>
              </a:solidFill>
              <a:latin typeface="Arial"/>
            </a:endParaRPr>
          </a:p>
          <a:p>
            <a:pPr indent="0" defTabSz="914400">
              <a:lnSpc>
                <a:spcPct val="100000"/>
              </a:lnSpc>
              <a:buNone/>
              <a:tabLst>
                <a:tab algn="l" pos="0"/>
              </a:tabLst>
            </a:pPr>
            <a:r>
              <a:rPr b="0" i="1" lang="en-US" sz="1200" spc="-1" strike="noStrike">
                <a:solidFill>
                  <a:schemeClr val="dk1"/>
                </a:solidFill>
                <a:latin typeface="+mn-lt"/>
                <a:ea typeface="+mn-ea"/>
              </a:rPr>
              <a:t>Checkout</a:t>
            </a:r>
            <a:r>
              <a:rPr b="0" lang="en-US" sz="1200" spc="-1" strike="noStrike">
                <a:solidFill>
                  <a:schemeClr val="dk1"/>
                </a:solidFill>
                <a:latin typeface="+mn-lt"/>
                <a:ea typeface="+mn-ea"/>
              </a:rPr>
              <a:t> </a:t>
            </a:r>
            <a:r>
              <a:rPr b="0" lang="ru-RU" sz="1200" spc="-1" strike="noStrike">
                <a:solidFill>
                  <a:schemeClr val="dk1"/>
                </a:solidFill>
                <a:latin typeface="+mn-lt"/>
                <a:ea typeface="+mn-ea"/>
              </a:rPr>
              <a:t>и </a:t>
            </a:r>
            <a:r>
              <a:rPr b="0" i="1" lang="en-US" sz="1200" spc="-1" strike="noStrike">
                <a:solidFill>
                  <a:schemeClr val="dk1"/>
                </a:solidFill>
                <a:latin typeface="+mn-lt"/>
                <a:ea typeface="+mn-ea"/>
              </a:rPr>
              <a:t>commit</a:t>
            </a:r>
            <a:r>
              <a:rPr b="0" lang="en-US" sz="1200" spc="-1" strike="noStrike">
                <a:solidFill>
                  <a:schemeClr val="dk1"/>
                </a:solidFill>
                <a:latin typeface="+mn-lt"/>
                <a:ea typeface="+mn-ea"/>
              </a:rPr>
              <a:t> </a:t>
            </a:r>
            <a:r>
              <a:rPr b="0" lang="ru-RU" sz="1200" spc="-1" strike="noStrike">
                <a:solidFill>
                  <a:schemeClr val="dk1"/>
                </a:solidFill>
                <a:latin typeface="+mn-lt"/>
                <a:ea typeface="+mn-ea"/>
              </a:rPr>
              <a:t>производятся без дополительных преобразований.</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Наша рекомендация: опция </a:t>
            </a:r>
            <a:r>
              <a:rPr b="0" i="1" lang="en-US" sz="1200" spc="-1" strike="noStrike">
                <a:solidFill>
                  <a:schemeClr val="dk1"/>
                </a:solidFill>
                <a:latin typeface="+mn-lt"/>
                <a:ea typeface="+mn-ea"/>
              </a:rPr>
              <a:t>Checkout Windows-style, commit Unix-style line endings.</a:t>
            </a:r>
            <a:endParaRPr b="0" lang="en-US" sz="1200" spc="-1" strike="noStrike">
              <a:solidFill>
                <a:srgbClr val="000000"/>
              </a:solidFill>
              <a:latin typeface="Arial"/>
            </a:endParaRPr>
          </a:p>
          <a:p>
            <a:pPr indent="0" defTabSz="914400">
              <a:lnSpc>
                <a:spcPct val="100000"/>
              </a:lnSpc>
              <a:buNone/>
              <a:tabLst>
                <a:tab algn="l" pos="0"/>
              </a:tabLst>
            </a:pPr>
            <a:r>
              <a:rPr b="1" lang="en-US" sz="1200" spc="-1" strike="noStrike">
                <a:solidFill>
                  <a:schemeClr val="dk1"/>
                </a:solidFill>
                <a:latin typeface="+mn-lt"/>
                <a:ea typeface="+mn-ea"/>
              </a:rPr>
              <a:t>6. </a:t>
            </a:r>
            <a:r>
              <a:rPr b="1" lang="ru-RU" sz="1200" spc="-1" strike="noStrike">
                <a:solidFill>
                  <a:schemeClr val="dk1"/>
                </a:solidFill>
                <a:latin typeface="+mn-lt"/>
                <a:ea typeface="+mn-ea"/>
              </a:rPr>
              <a:t>Выбор эмулятора терминала, который будет использован с </a:t>
            </a:r>
            <a:r>
              <a:rPr b="1" i="1" lang="en-US" sz="1200" spc="-1" strike="noStrike">
                <a:solidFill>
                  <a:schemeClr val="dk1"/>
                </a:solidFill>
                <a:latin typeface="+mn-lt"/>
                <a:ea typeface="+mn-ea"/>
              </a:rPr>
              <a:t>Git Bash</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Возможен выбор из двух вариантов:</a:t>
            </a:r>
            <a:endParaRPr b="0" lang="en-US" sz="1200" spc="-1" strike="noStrike">
              <a:solidFill>
                <a:srgbClr val="000000"/>
              </a:solidFill>
              <a:latin typeface="Arial"/>
            </a:endParaRPr>
          </a:p>
          <a:p>
            <a:pPr indent="0" defTabSz="914400">
              <a:lnSpc>
                <a:spcPct val="100000"/>
              </a:lnSpc>
              <a:buNone/>
              <a:tabLst>
                <a:tab algn="l" pos="0"/>
              </a:tabLst>
            </a:pPr>
            <a:r>
              <a:rPr b="1" i="1" lang="en-US" sz="1200" spc="-1" strike="noStrike">
                <a:solidFill>
                  <a:schemeClr val="dk1"/>
                </a:solidFill>
                <a:latin typeface="+mn-lt"/>
                <a:ea typeface="+mn-ea"/>
              </a:rPr>
              <a:t>Use MinTTY (the defaul terminal of MSYS2)</a:t>
            </a:r>
            <a:endParaRPr b="0" lang="en-US" sz="1200" spc="-1" strike="noStrike">
              <a:solidFill>
                <a:srgbClr val="000000"/>
              </a:solidFill>
              <a:latin typeface="Arial"/>
            </a:endParaRPr>
          </a:p>
          <a:p>
            <a:pPr indent="0" defTabSz="914400">
              <a:lnSpc>
                <a:spcPct val="100000"/>
              </a:lnSpc>
              <a:buNone/>
              <a:tabLst>
                <a:tab algn="l" pos="0"/>
              </a:tabLst>
            </a:pPr>
            <a:r>
              <a:rPr b="0" i="1" lang="en-US" sz="1200" spc="-1" strike="noStrike">
                <a:solidFill>
                  <a:schemeClr val="dk1"/>
                </a:solidFill>
                <a:latin typeface="+mn-lt"/>
                <a:ea typeface="+mn-ea"/>
              </a:rPr>
              <a:t>Git Bash</a:t>
            </a:r>
            <a:r>
              <a:rPr b="0" lang="en-US" sz="1200" spc="-1" strike="noStrike">
                <a:solidFill>
                  <a:schemeClr val="dk1"/>
                </a:solidFill>
                <a:latin typeface="+mn-lt"/>
                <a:ea typeface="+mn-ea"/>
              </a:rPr>
              <a:t> </a:t>
            </a:r>
            <a:r>
              <a:rPr b="0" lang="ru-RU" sz="1200" spc="-1" strike="noStrike">
                <a:solidFill>
                  <a:schemeClr val="dk1"/>
                </a:solidFill>
                <a:latin typeface="+mn-lt"/>
                <a:ea typeface="+mn-ea"/>
              </a:rPr>
              <a:t>будет использовать в качестве эмулятора терминала </a:t>
            </a:r>
            <a:r>
              <a:rPr b="0" i="1" lang="en-US" sz="1200" spc="-1" strike="noStrike">
                <a:solidFill>
                  <a:schemeClr val="dk1"/>
                </a:solidFill>
                <a:latin typeface="+mn-lt"/>
                <a:ea typeface="+mn-ea"/>
              </a:rPr>
              <a:t>MinTTY</a:t>
            </a:r>
            <a:r>
              <a:rPr b="0" lang="en-US"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r>
              <a:rPr b="1" i="1" lang="en-US" sz="1200" spc="-1" strike="noStrike">
                <a:solidFill>
                  <a:schemeClr val="dk1"/>
                </a:solidFill>
                <a:latin typeface="+mn-lt"/>
                <a:ea typeface="+mn-ea"/>
              </a:rPr>
              <a:t>Use Windows’ default console window</a:t>
            </a:r>
            <a:endParaRPr b="0" lang="en-US" sz="1200" spc="-1" strike="noStrike">
              <a:solidFill>
                <a:srgbClr val="000000"/>
              </a:solidFill>
              <a:latin typeface="Arial"/>
            </a:endParaRPr>
          </a:p>
          <a:p>
            <a:pPr indent="0" defTabSz="914400">
              <a:lnSpc>
                <a:spcPct val="100000"/>
              </a:lnSpc>
              <a:buNone/>
              <a:tabLst>
                <a:tab algn="l" pos="0"/>
              </a:tabLst>
            </a:pPr>
            <a:r>
              <a:rPr b="0" i="1" lang="en-US" sz="1200" spc="-1" strike="noStrike">
                <a:solidFill>
                  <a:schemeClr val="dk1"/>
                </a:solidFill>
                <a:latin typeface="+mn-lt"/>
                <a:ea typeface="+mn-ea"/>
              </a:rPr>
              <a:t>Git</a:t>
            </a:r>
            <a:r>
              <a:rPr b="0" lang="en-US" sz="1200" spc="-1" strike="noStrike">
                <a:solidFill>
                  <a:schemeClr val="dk1"/>
                </a:solidFill>
                <a:latin typeface="+mn-lt"/>
                <a:ea typeface="+mn-ea"/>
              </a:rPr>
              <a:t> </a:t>
            </a:r>
            <a:r>
              <a:rPr b="0" lang="ru-RU" sz="1200" spc="-1" strike="noStrike">
                <a:solidFill>
                  <a:schemeClr val="dk1"/>
                </a:solidFill>
                <a:latin typeface="+mn-lt"/>
                <a:ea typeface="+mn-ea"/>
              </a:rPr>
              <a:t>будет использовать </a:t>
            </a:r>
            <a:r>
              <a:rPr b="0" i="1" lang="en-US" sz="1200" spc="-1" strike="noStrike">
                <a:solidFill>
                  <a:schemeClr val="dk1"/>
                </a:solidFill>
                <a:latin typeface="+mn-lt"/>
                <a:ea typeface="+mn-ea"/>
              </a:rPr>
              <a:t>Windows</a:t>
            </a:r>
            <a:r>
              <a:rPr b="0" lang="en-US" sz="1200" spc="-1" strike="noStrike">
                <a:solidFill>
                  <a:schemeClr val="dk1"/>
                </a:solidFill>
                <a:latin typeface="+mn-lt"/>
                <a:ea typeface="+mn-ea"/>
              </a:rPr>
              <a:t> </a:t>
            </a:r>
            <a:r>
              <a:rPr b="0" lang="ru-RU" sz="1200" spc="-1" strike="noStrike">
                <a:solidFill>
                  <a:schemeClr val="dk1"/>
                </a:solidFill>
                <a:latin typeface="+mn-lt"/>
                <a:ea typeface="+mn-ea"/>
              </a:rPr>
              <a:t>консоль (“</a:t>
            </a:r>
            <a:r>
              <a:rPr b="0" i="1" lang="en-US" sz="1200" spc="-1" strike="noStrike">
                <a:solidFill>
                  <a:schemeClr val="dk1"/>
                </a:solidFill>
                <a:latin typeface="+mn-lt"/>
                <a:ea typeface="+mn-ea"/>
              </a:rPr>
              <a:t>cmd.exe</a:t>
            </a:r>
            <a:r>
              <a:rPr b="0" lang="en-US"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Наша рекомендация: опция </a:t>
            </a:r>
            <a:r>
              <a:rPr b="0" i="1" lang="en-US" sz="1200" spc="-1" strike="noStrike">
                <a:solidFill>
                  <a:schemeClr val="dk1"/>
                </a:solidFill>
                <a:latin typeface="+mn-lt"/>
                <a:ea typeface="+mn-ea"/>
              </a:rPr>
              <a:t>Use MinTTY (the defaul terminal of MSYS2).</a:t>
            </a:r>
            <a:endParaRPr b="0" lang="en-US" sz="1200" spc="-1" strike="noStrike">
              <a:solidFill>
                <a:srgbClr val="000000"/>
              </a:solidFill>
              <a:latin typeface="Arial"/>
            </a:endParaRPr>
          </a:p>
          <a:p>
            <a:pPr indent="0" defTabSz="914400">
              <a:lnSpc>
                <a:spcPct val="100000"/>
              </a:lnSpc>
              <a:buNone/>
              <a:tabLst>
                <a:tab algn="l" pos="0"/>
              </a:tabLst>
            </a:pPr>
            <a:r>
              <a:rPr b="1" lang="en-US" sz="1200" spc="-1" strike="noStrike">
                <a:solidFill>
                  <a:schemeClr val="dk1"/>
                </a:solidFill>
                <a:latin typeface="+mn-lt"/>
                <a:ea typeface="+mn-ea"/>
              </a:rPr>
              <a:t>7. </a:t>
            </a:r>
            <a:r>
              <a:rPr b="1" lang="ru-RU" sz="1200" spc="-1" strike="noStrike">
                <a:solidFill>
                  <a:schemeClr val="dk1"/>
                </a:solidFill>
                <a:latin typeface="+mn-lt"/>
                <a:ea typeface="+mn-ea"/>
              </a:rPr>
              <a:t>Настройка дополнительных параметров</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Доступны следующие параметры:</a:t>
            </a:r>
            <a:endParaRPr b="0" lang="en-US" sz="1200" spc="-1" strike="noStrike">
              <a:solidFill>
                <a:srgbClr val="000000"/>
              </a:solidFill>
              <a:latin typeface="Arial"/>
            </a:endParaRPr>
          </a:p>
          <a:p>
            <a:pPr indent="0" defTabSz="914400">
              <a:lnSpc>
                <a:spcPct val="100000"/>
              </a:lnSpc>
              <a:buNone/>
              <a:tabLst>
                <a:tab algn="l" pos="0"/>
              </a:tabLst>
            </a:pPr>
            <a:r>
              <a:rPr b="1" i="1" lang="en-US" sz="1200" spc="-1" strike="noStrike">
                <a:solidFill>
                  <a:schemeClr val="dk1"/>
                </a:solidFill>
                <a:latin typeface="+mn-lt"/>
                <a:ea typeface="+mn-ea"/>
              </a:rPr>
              <a:t>Enable file system caching</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Включение операции кэширования при работе с файлами. Эта опция позволит значительно повысить производительность.</a:t>
            </a:r>
            <a:endParaRPr b="0" lang="en-US" sz="1200" spc="-1" strike="noStrike">
              <a:solidFill>
                <a:srgbClr val="000000"/>
              </a:solidFill>
              <a:latin typeface="Arial"/>
            </a:endParaRPr>
          </a:p>
          <a:p>
            <a:pPr indent="0" defTabSz="914400">
              <a:lnSpc>
                <a:spcPct val="100000"/>
              </a:lnSpc>
              <a:buNone/>
              <a:tabLst>
                <a:tab algn="l" pos="0"/>
              </a:tabLst>
            </a:pPr>
            <a:r>
              <a:rPr b="1" i="1" lang="en-US" sz="1200" spc="-1" strike="noStrike">
                <a:solidFill>
                  <a:schemeClr val="dk1"/>
                </a:solidFill>
                <a:latin typeface="+mn-lt"/>
                <a:ea typeface="+mn-ea"/>
              </a:rPr>
              <a:t>Enable Git Credential Manager</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Предоставляет возможность работы с защищенным хранилищем.</a:t>
            </a:r>
            <a:endParaRPr b="0" lang="en-US" sz="1200" spc="-1" strike="noStrike">
              <a:solidFill>
                <a:srgbClr val="000000"/>
              </a:solidFill>
              <a:latin typeface="Arial"/>
            </a:endParaRPr>
          </a:p>
          <a:p>
            <a:pPr indent="0" defTabSz="914400">
              <a:lnSpc>
                <a:spcPct val="100000"/>
              </a:lnSpc>
              <a:buNone/>
              <a:tabLst>
                <a:tab algn="l" pos="0"/>
              </a:tabLst>
            </a:pPr>
            <a:r>
              <a:rPr b="1" i="1" lang="en-US" sz="1200" spc="-1" strike="noStrike">
                <a:solidFill>
                  <a:schemeClr val="dk1"/>
                </a:solidFill>
                <a:latin typeface="+mn-lt"/>
                <a:ea typeface="+mn-ea"/>
              </a:rPr>
              <a:t>Enable symbolic links</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Активирует работу с символьными ссылками.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Наша рекомендация: опции </a:t>
            </a:r>
            <a:r>
              <a:rPr b="0" i="1" lang="en-US" sz="1200" spc="-1" strike="noStrike">
                <a:solidFill>
                  <a:schemeClr val="dk1"/>
                </a:solidFill>
                <a:latin typeface="+mn-lt"/>
                <a:ea typeface="+mn-ea"/>
              </a:rPr>
              <a:t>Enable file system caching </a:t>
            </a:r>
            <a:r>
              <a:rPr b="0" lang="ru-RU" sz="1200" spc="-1" strike="noStrike">
                <a:solidFill>
                  <a:schemeClr val="dk1"/>
                </a:solidFill>
                <a:latin typeface="+mn-lt"/>
                <a:ea typeface="+mn-ea"/>
              </a:rPr>
              <a:t>и</a:t>
            </a:r>
            <a:r>
              <a:rPr b="0" i="1" lang="ru-RU" sz="1200" spc="-1" strike="noStrike">
                <a:solidFill>
                  <a:schemeClr val="dk1"/>
                </a:solidFill>
                <a:latin typeface="+mn-lt"/>
                <a:ea typeface="+mn-ea"/>
              </a:rPr>
              <a:t> </a:t>
            </a:r>
            <a:r>
              <a:rPr b="0" i="1" lang="en-US" sz="1200" spc="-1" strike="noStrike">
                <a:solidFill>
                  <a:schemeClr val="dk1"/>
                </a:solidFill>
                <a:latin typeface="+mn-lt"/>
                <a:ea typeface="+mn-ea"/>
              </a:rPr>
              <a:t>Enable Git Credential Manager.</a:t>
            </a:r>
            <a:endParaRPr b="0" lang="en-US" sz="1200" spc="-1" strike="noStrike">
              <a:solidFill>
                <a:srgbClr val="000000"/>
              </a:solidFill>
              <a:latin typeface="Arial"/>
            </a:endParaRPr>
          </a:p>
          <a:p>
            <a:pPr indent="0" defTabSz="914400">
              <a:lnSpc>
                <a:spcPct val="100000"/>
              </a:lnSpc>
              <a:buNone/>
              <a:tabLst>
                <a:tab algn="l" pos="0"/>
              </a:tabLst>
            </a:pPr>
            <a:r>
              <a:rPr b="1" lang="en-US" sz="1200" spc="-1" strike="noStrike">
                <a:solidFill>
                  <a:schemeClr val="dk1"/>
                </a:solidFill>
                <a:latin typeface="+mn-lt"/>
                <a:ea typeface="+mn-ea"/>
              </a:rPr>
              <a:t>8. </a:t>
            </a:r>
            <a:r>
              <a:rPr b="1" lang="ru-RU" sz="1200" spc="-1" strike="noStrike">
                <a:solidFill>
                  <a:schemeClr val="dk1"/>
                </a:solidFill>
                <a:latin typeface="+mn-lt"/>
                <a:ea typeface="+mn-ea"/>
              </a:rPr>
              <a:t>Завершение установки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После нажатия на кнопку </a:t>
            </a:r>
            <a:r>
              <a:rPr b="0" i="1" lang="en-US" sz="1200" spc="-1" strike="noStrike">
                <a:solidFill>
                  <a:schemeClr val="dk1"/>
                </a:solidFill>
                <a:latin typeface="+mn-lt"/>
                <a:ea typeface="+mn-ea"/>
              </a:rPr>
              <a:t>Install</a:t>
            </a:r>
            <a:r>
              <a:rPr b="0" lang="en-US" sz="1200" spc="-1" strike="noStrike">
                <a:solidFill>
                  <a:schemeClr val="dk1"/>
                </a:solidFill>
                <a:latin typeface="+mn-lt"/>
                <a:ea typeface="+mn-ea"/>
              </a:rPr>
              <a:t> </a:t>
            </a:r>
            <a:r>
              <a:rPr b="0" lang="ru-RU" sz="1200" spc="-1" strike="noStrike">
                <a:solidFill>
                  <a:schemeClr val="dk1"/>
                </a:solidFill>
                <a:latin typeface="+mn-lt"/>
                <a:ea typeface="+mn-ea"/>
              </a:rPr>
              <a:t>будет произведена установка </a:t>
            </a:r>
            <a:r>
              <a:rPr b="0" i="1" lang="en-US" sz="1200" spc="-1" strike="noStrike">
                <a:solidFill>
                  <a:schemeClr val="dk1"/>
                </a:solidFill>
                <a:latin typeface="+mn-lt"/>
                <a:ea typeface="+mn-ea"/>
              </a:rPr>
              <a:t>Git</a:t>
            </a:r>
            <a:r>
              <a:rPr b="0" lang="en-US" sz="1200" spc="-1" strike="noStrike">
                <a:solidFill>
                  <a:schemeClr val="dk1"/>
                </a:solidFill>
                <a:latin typeface="+mn-lt"/>
                <a:ea typeface="+mn-ea"/>
              </a:rPr>
              <a:t> </a:t>
            </a:r>
            <a:r>
              <a:rPr b="0" lang="ru-RU" sz="1200" spc="-1" strike="noStrike">
                <a:solidFill>
                  <a:schemeClr val="dk1"/>
                </a:solidFill>
                <a:latin typeface="+mn-lt"/>
                <a:ea typeface="+mn-ea"/>
              </a:rPr>
              <a:t>на </a:t>
            </a:r>
            <a:r>
              <a:rPr b="0" i="1" lang="en-US" sz="1200" spc="-1" strike="noStrike">
                <a:solidFill>
                  <a:schemeClr val="dk1"/>
                </a:solidFill>
                <a:latin typeface="+mn-lt"/>
                <a:ea typeface="+mn-ea"/>
              </a:rPr>
              <a:t>Windows</a:t>
            </a:r>
            <a:r>
              <a:rPr b="0" lang="en-US" sz="1200" spc="-1" strike="noStrike">
                <a:solidFill>
                  <a:schemeClr val="dk1"/>
                </a:solidFill>
                <a:latin typeface="+mn-lt"/>
                <a:ea typeface="+mn-ea"/>
              </a:rPr>
              <a:t>, </a:t>
            </a:r>
            <a:r>
              <a:rPr b="0" lang="ru-RU" sz="1200" spc="-1" strike="noStrike">
                <a:solidFill>
                  <a:schemeClr val="dk1"/>
                </a:solidFill>
                <a:latin typeface="+mn-lt"/>
                <a:ea typeface="+mn-ea"/>
              </a:rPr>
              <a:t>по окончании установки пользователь получит соответствующее сообщение.</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453" name="PlaceHolder 3"/>
          <p:cNvSpPr>
            <a:spLocks noGrp="1"/>
          </p:cNvSpPr>
          <p:nvPr>
            <p:ph type="sldNum" idx="6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D1E8BF5-7354-4880-A0C1-E5A17F19732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2925720" y="849240"/>
            <a:ext cx="4076280" cy="2293560"/>
          </a:xfrm>
          <a:prstGeom prst="rect">
            <a:avLst/>
          </a:prstGeom>
          <a:ln w="0">
            <a:noFill/>
          </a:ln>
        </p:spPr>
      </p:sp>
      <p:sp>
        <p:nvSpPr>
          <p:cNvPr id="45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56" name="PlaceHolder 3"/>
          <p:cNvSpPr>
            <a:spLocks noGrp="1"/>
          </p:cNvSpPr>
          <p:nvPr>
            <p:ph type="sldNum" idx="6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428B736-C8AB-4C68-AFD6-99384625CD1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2925720" y="849240"/>
            <a:ext cx="4076280" cy="2293560"/>
          </a:xfrm>
          <a:prstGeom prst="rect">
            <a:avLst/>
          </a:prstGeom>
          <a:ln w="0">
            <a:noFill/>
          </a:ln>
        </p:spPr>
      </p:sp>
      <p:sp>
        <p:nvSpPr>
          <p:cNvPr id="45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59" name="PlaceHolder 3"/>
          <p:cNvSpPr>
            <a:spLocks noGrp="1"/>
          </p:cNvSpPr>
          <p:nvPr>
            <p:ph type="sldNum" idx="6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D7113C4-212C-48E8-97A3-3736BE4561B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2925720" y="849240"/>
            <a:ext cx="4076280" cy="2293560"/>
          </a:xfrm>
          <a:prstGeom prst="rect">
            <a:avLst/>
          </a:prstGeom>
          <a:ln w="0">
            <a:noFill/>
          </a:ln>
        </p:spPr>
      </p:sp>
      <p:sp>
        <p:nvSpPr>
          <p:cNvPr id="461"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1200" spc="-1" strike="noStrike">
                <a:solidFill>
                  <a:schemeClr val="dk1"/>
                </a:solidFill>
                <a:latin typeface="+mn-lt"/>
                <a:ea typeface="+mn-ea"/>
              </a:rPr>
              <a:t>https://devpractice.ru/git-for-beginners-part-3-config-git/</a:t>
            </a:r>
            <a:r>
              <a:rPr b="0" lang="ru-RU" sz="1200" spc="-1" strike="noStrike">
                <a:solidFill>
                  <a:schemeClr val="dk1"/>
                </a:solidFill>
                <a:latin typeface="+mn-lt"/>
                <a:ea typeface="+mn-ea"/>
              </a:rPr>
              <a:t> </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Настройка системы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предполагает, в первую очередь, указание имени пользователя и </a:t>
            </a:r>
            <a:r>
              <a:rPr b="0" i="1" lang="ru-RU" sz="1200" spc="-1" strike="noStrike">
                <a:solidFill>
                  <a:schemeClr val="dk1"/>
                </a:solidFill>
                <a:latin typeface="+mn-lt"/>
                <a:ea typeface="+mn-ea"/>
              </a:rPr>
              <a:t>e-mail</a:t>
            </a:r>
            <a:r>
              <a:rPr b="0" lang="ru-RU" sz="1200" spc="-1" strike="noStrike">
                <a:solidFill>
                  <a:schemeClr val="dk1"/>
                </a:solidFill>
                <a:latin typeface="+mn-lt"/>
                <a:ea typeface="+mn-ea"/>
              </a:rPr>
              <a:t>, которые используются для подписи коммитов и отправки изменений в удаленный репозиторий.</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В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существует три места, где хранятся настройки:</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на уровне системы;</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на уровне пользователя</a:t>
            </a:r>
            <a:r>
              <a:rPr b="1" lang="en-US" sz="1200" spc="-1" strike="noStrike">
                <a:solidFill>
                  <a:schemeClr val="dk1"/>
                </a:solidFill>
                <a:latin typeface="+mn-lt"/>
                <a:ea typeface="+mn-ea"/>
              </a:rPr>
              <a:t> - C:\Users\ANNA\.gitconfig</a:t>
            </a:r>
            <a:r>
              <a:rPr b="1" lang="ru-RU" sz="1200" spc="-1" strike="noStrike">
                <a:solidFill>
                  <a:schemeClr val="dk1"/>
                </a:solidFill>
                <a:latin typeface="+mn-lt"/>
                <a:ea typeface="+mn-ea"/>
              </a:rPr>
              <a:t>;</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на уровне проекта (репозитория).</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Для того, чтобы сконфигурировать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на том или ином уровне вы можете изменить непосредственно конфигурационные файлы, но для этого нужно знать их формат, либо воспользоваться специальными командами, которые предоставляет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Мы рекомендуем использовать команды.</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Расположение конфигурационных файлов </a:t>
            </a:r>
            <a:r>
              <a:rPr b="1" i="1" lang="en-US" sz="1200" spc="-1" strike="noStrike">
                <a:solidFill>
                  <a:schemeClr val="dk1"/>
                </a:solidFill>
                <a:latin typeface="+mn-lt"/>
                <a:ea typeface="+mn-ea"/>
              </a:rPr>
              <a:t>Git</a:t>
            </a:r>
            <a:endParaRPr b="0" lang="en-US" sz="1200" spc="-1" strike="noStrike">
              <a:solidFill>
                <a:srgbClr val="000000"/>
              </a:solidFill>
              <a:latin typeface="Arial"/>
            </a:endParaRPr>
          </a:p>
          <a:p>
            <a:pPr marL="216000" indent="0">
              <a:lnSpc>
                <a:spcPct val="100000"/>
              </a:lnSpc>
              <a:buNone/>
            </a:pPr>
            <a:r>
              <a:rPr b="1" i="1" lang="en-US" sz="1200" spc="-1" strike="noStrike">
                <a:solidFill>
                  <a:schemeClr val="dk1"/>
                </a:solidFill>
                <a:latin typeface="+mn-lt"/>
                <a:ea typeface="+mn-ea"/>
              </a:rPr>
              <a:t>Windows</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Уровень системы</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a:t>
            </a:r>
            <a:r>
              <a:rPr b="1" lang="en-US" sz="1200" spc="-1" strike="noStrike">
                <a:solidFill>
                  <a:schemeClr val="dk1"/>
                </a:solidFill>
                <a:latin typeface="+mn-lt"/>
                <a:ea typeface="+mn-ea"/>
              </a:rPr>
              <a:t>Program Files\Git\mingw64\etc\gitconfig</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Имейте ввиду, что для его изменения вам могут понадобиться права администратора!</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Уровень пользователя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a:t>
            </a:r>
            <a:r>
              <a:rPr b="1" lang="en-US" sz="1200" spc="-1" strike="noStrike">
                <a:solidFill>
                  <a:schemeClr val="dk1"/>
                </a:solidFill>
                <a:latin typeface="+mn-lt"/>
                <a:ea typeface="+mn-ea"/>
              </a:rPr>
              <a:t>HOMEPATH%\.gitconfig</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Уровень репозитория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папка_с_проектом\.</a:t>
            </a:r>
            <a:r>
              <a:rPr b="1" lang="en-US" sz="1200" spc="-1" strike="noStrike">
                <a:solidFill>
                  <a:schemeClr val="dk1"/>
                </a:solidFill>
                <a:latin typeface="+mn-lt"/>
                <a:ea typeface="+mn-ea"/>
              </a:rPr>
              <a:t>git\config</a:t>
            </a:r>
            <a:endParaRPr b="0" lang="en-US" sz="1200" spc="-1" strike="noStrike">
              <a:solidFill>
                <a:srgbClr val="000000"/>
              </a:solidFill>
              <a:latin typeface="Arial"/>
            </a:endParaRPr>
          </a:p>
          <a:p>
            <a:pPr marL="216000" indent="0">
              <a:lnSpc>
                <a:spcPct val="100000"/>
              </a:lnSpc>
              <a:buNone/>
            </a:pPr>
            <a:r>
              <a:rPr b="1" i="1" lang="en-US" sz="1200" spc="-1" strike="noStrike">
                <a:solidFill>
                  <a:schemeClr val="dk1"/>
                </a:solidFill>
                <a:latin typeface="+mn-lt"/>
                <a:ea typeface="+mn-ea"/>
              </a:rPr>
              <a:t>Linux</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Уровень системы</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a:t>
            </a:r>
            <a:r>
              <a:rPr b="1" lang="en-US" sz="1200" spc="-1" strike="noStrike">
                <a:solidFill>
                  <a:schemeClr val="dk1"/>
                </a:solidFill>
                <a:latin typeface="+mn-lt"/>
                <a:ea typeface="+mn-ea"/>
              </a:rPr>
              <a:t>etc/gitconfig</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Уровень пользователя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a:t>
            </a:r>
            <a:r>
              <a:rPr b="1" lang="en-US" sz="1200" spc="-1" strike="noStrike">
                <a:solidFill>
                  <a:schemeClr val="dk1"/>
                </a:solidFill>
                <a:latin typeface="+mn-lt"/>
                <a:ea typeface="+mn-ea"/>
              </a:rPr>
              <a:t>gitconfig</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Уровень репозитория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папка_с_проектом/.</a:t>
            </a:r>
            <a:r>
              <a:rPr b="1" lang="en-US" sz="1200" spc="-1" strike="noStrike">
                <a:solidFill>
                  <a:schemeClr val="dk1"/>
                </a:solidFill>
                <a:latin typeface="+mn-lt"/>
                <a:ea typeface="+mn-ea"/>
              </a:rPr>
              <a:t>git/config</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462" name="PlaceHolder 3"/>
          <p:cNvSpPr>
            <a:spLocks noGrp="1"/>
          </p:cNvSpPr>
          <p:nvPr>
            <p:ph type="sldNum" idx="70"/>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A748DE5-804D-4D2E-A750-B003013E279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2925720" y="849240"/>
            <a:ext cx="4076280" cy="2293560"/>
          </a:xfrm>
          <a:prstGeom prst="rect">
            <a:avLst/>
          </a:prstGeom>
          <a:ln w="0">
            <a:noFill/>
          </a:ln>
        </p:spPr>
      </p:sp>
      <p:sp>
        <p:nvSpPr>
          <p:cNvPr id="464"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Git</a:t>
            </a:r>
            <a:r>
              <a:rPr b="0" lang="ru-RU" sz="1200" spc="-1" strike="noStrike">
                <a:solidFill>
                  <a:schemeClr val="dk1"/>
                </a:solidFill>
                <a:latin typeface="+mn-lt"/>
                <a:ea typeface="+mn-ea"/>
              </a:rPr>
              <a:t> - это утилита для работы в командной строке (хотя есть и опции для работы через графический интерфейс)</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Все команды пишутся или в командной строке (терминале </a:t>
            </a:r>
            <a:r>
              <a:rPr b="0" lang="en-US" sz="1200" spc="-1" strike="noStrike">
                <a:solidFill>
                  <a:schemeClr val="dk1"/>
                </a:solidFill>
                <a:latin typeface="+mn-lt"/>
                <a:ea typeface="+mn-ea"/>
              </a:rPr>
              <a:t>OS</a:t>
            </a:r>
            <a:r>
              <a:rPr b="0" lang="ru-RU" sz="1200" spc="-1" strike="noStrike">
                <a:solidFill>
                  <a:schemeClr val="dk1"/>
                </a:solidFill>
                <a:latin typeface="+mn-lt"/>
                <a:ea typeface="+mn-ea"/>
              </a:rPr>
              <a:t>) или в установленном </a:t>
            </a:r>
            <a:r>
              <a:rPr b="0" lang="en-US" sz="1200" spc="-1" strike="noStrike">
                <a:solidFill>
                  <a:schemeClr val="dk1"/>
                </a:solidFill>
                <a:latin typeface="+mn-lt"/>
                <a:ea typeface="+mn-ea"/>
              </a:rPr>
              <a:t>Git Bash (MINGW64 </a:t>
            </a:r>
            <a:r>
              <a:rPr b="0" lang="ru-RU" sz="1200" spc="-1" strike="noStrike">
                <a:solidFill>
                  <a:schemeClr val="dk1"/>
                </a:solidFill>
                <a:latin typeface="+mn-lt"/>
                <a:ea typeface="+mn-ea"/>
              </a:rPr>
              <a:t>у меня, т.к. 64 битная </a:t>
            </a:r>
            <a:r>
              <a:rPr b="0" lang="en-US" sz="1200" spc="-1" strike="noStrike">
                <a:solidFill>
                  <a:schemeClr val="dk1"/>
                </a:solidFill>
                <a:latin typeface="+mn-lt"/>
                <a:ea typeface="+mn-ea"/>
              </a:rPr>
              <a:t>windows)</a:t>
            </a:r>
            <a:endParaRPr b="0" lang="en-US" sz="1200" spc="-1" strike="noStrike">
              <a:solidFill>
                <a:srgbClr val="000000"/>
              </a:solidFill>
              <a:latin typeface="Arial"/>
            </a:endParaRPr>
          </a:p>
        </p:txBody>
      </p:sp>
      <p:sp>
        <p:nvSpPr>
          <p:cNvPr id="465" name="PlaceHolder 3"/>
          <p:cNvSpPr>
            <a:spLocks noGrp="1"/>
          </p:cNvSpPr>
          <p:nvPr>
            <p:ph type="sldNum" idx="71"/>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B0AFA1D-45E1-4404-B42C-7A415FC1C01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2925720" y="849240"/>
            <a:ext cx="4076280" cy="2293560"/>
          </a:xfrm>
          <a:prstGeom prst="rect">
            <a:avLst/>
          </a:prstGeom>
          <a:ln w="0">
            <a:noFill/>
          </a:ln>
        </p:spPr>
      </p:sp>
      <p:sp>
        <p:nvSpPr>
          <p:cNvPr id="467"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1200" spc="-1" strike="noStrike">
                <a:solidFill>
                  <a:schemeClr val="dk1"/>
                </a:solidFill>
                <a:latin typeface="+mn-lt"/>
                <a:ea typeface="+mn-ea"/>
              </a:rPr>
              <a:t>https://devpractice.ru/git-for-beginners-part-3-config-git/</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Настройка ветки по умолчанию</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Когда вы инициализируете репозиторий командой git init, Git создаёт ветку с именем </a:t>
            </a:r>
            <a:r>
              <a:rPr b="1" lang="ru-RU" sz="1200" spc="-1" strike="noStrike">
                <a:solidFill>
                  <a:schemeClr val="dk1"/>
                </a:solidFill>
                <a:latin typeface="+mn-lt"/>
                <a:ea typeface="+mn-ea"/>
              </a:rPr>
              <a:t>master</a:t>
            </a:r>
            <a:r>
              <a:rPr b="0" lang="ru-RU" sz="1200" spc="-1" strike="noStrike">
                <a:solidFill>
                  <a:schemeClr val="dk1"/>
                </a:solidFill>
                <a:latin typeface="+mn-lt"/>
                <a:ea typeface="+mn-ea"/>
              </a:rPr>
              <a:t> по умолчанию. Начиная с версии 2.28, вы можете задать другое имя для создания ветки по умолчанию.</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Например, чтобы установить имя </a:t>
            </a:r>
            <a:r>
              <a:rPr b="1" lang="ru-RU" sz="1200" spc="-1" strike="noStrike">
                <a:solidFill>
                  <a:schemeClr val="dk1"/>
                </a:solidFill>
                <a:latin typeface="+mn-lt"/>
                <a:ea typeface="+mn-ea"/>
              </a:rPr>
              <a:t>main</a:t>
            </a:r>
            <a:r>
              <a:rPr b="0" lang="ru-RU" sz="1200" spc="-1" strike="noStrike">
                <a:solidFill>
                  <a:schemeClr val="dk1"/>
                </a:solidFill>
                <a:latin typeface="+mn-lt"/>
                <a:ea typeface="+mn-ea"/>
              </a:rPr>
              <a:t> для вашей ветки по умолчанию, выполните следующую команду:</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 git config --global init.defaultBranch main</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Чтобы посмотреть все установленные настройки и узнать где именно они заданы, используйте команду:</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 git config --list --show-origin</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468" name="PlaceHolder 3"/>
          <p:cNvSpPr>
            <a:spLocks noGrp="1"/>
          </p:cNvSpPr>
          <p:nvPr>
            <p:ph type="sldNum" idx="72"/>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52C70ED-7D6C-4AAD-B15C-6BA811BDB6C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2925720" y="849240"/>
            <a:ext cx="4076280" cy="2293560"/>
          </a:xfrm>
          <a:prstGeom prst="rect">
            <a:avLst/>
          </a:prstGeom>
          <a:ln w="0">
            <a:noFill/>
          </a:ln>
        </p:spPr>
      </p:sp>
      <p:sp>
        <p:nvSpPr>
          <p:cNvPr id="470"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1200" spc="-1" strike="noStrike">
                <a:solidFill>
                  <a:schemeClr val="dk1"/>
                </a:solidFill>
                <a:latin typeface="+mn-lt"/>
                <a:ea typeface="+mn-ea"/>
              </a:rPr>
              <a:t>https://git-scm.com/book/ru/v2/%D0%92%D0%B2%D0%B5%D0%B4%D0%B5%D0%BD%D0%B8%D0%B5-%D0%9A%D0%B0%D0%BA-%D0%BF%D0%BE%D0%BB%D1%83%D1%87%D0%B8%D1%82%D1%8C-%D0%BF%D0%BE%D0%BC%D0%BE%D1%89%D1%8C%3F</a:t>
            </a:r>
            <a:endParaRPr b="0" lang="en-US" sz="1200" spc="-1" strike="noStrike">
              <a:solidFill>
                <a:srgbClr val="000000"/>
              </a:solidFill>
              <a:latin typeface="Arial"/>
            </a:endParaRPr>
          </a:p>
        </p:txBody>
      </p:sp>
      <p:sp>
        <p:nvSpPr>
          <p:cNvPr id="471" name="PlaceHolder 3"/>
          <p:cNvSpPr>
            <a:spLocks noGrp="1"/>
          </p:cNvSpPr>
          <p:nvPr>
            <p:ph type="sldNum" idx="73"/>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CA2CB95-45B6-483C-ABEA-C32C2FF9C44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2925720" y="849240"/>
            <a:ext cx="4076280" cy="2293560"/>
          </a:xfrm>
          <a:prstGeom prst="rect">
            <a:avLst/>
          </a:prstGeom>
          <a:ln w="0">
            <a:noFill/>
          </a:ln>
        </p:spPr>
      </p:sp>
      <p:sp>
        <p:nvSpPr>
          <p:cNvPr id="473"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Git</a:t>
            </a:r>
            <a:r>
              <a:rPr b="0" lang="ru-RU" sz="1200" spc="-1" strike="noStrike">
                <a:solidFill>
                  <a:schemeClr val="dk1"/>
                </a:solidFill>
                <a:latin typeface="+mn-lt"/>
                <a:ea typeface="+mn-ea"/>
              </a:rPr>
              <a:t> - это утилита для работы в командной строке (хотя есть и опции для работы через графический интерфейс)</a:t>
            </a:r>
            <a:endParaRPr b="0" lang="en-US" sz="1200" spc="-1" strike="noStrike">
              <a:solidFill>
                <a:srgbClr val="000000"/>
              </a:solidFill>
              <a:latin typeface="Arial"/>
            </a:endParaRPr>
          </a:p>
        </p:txBody>
      </p:sp>
      <p:sp>
        <p:nvSpPr>
          <p:cNvPr id="474" name="PlaceHolder 3"/>
          <p:cNvSpPr>
            <a:spLocks noGrp="1"/>
          </p:cNvSpPr>
          <p:nvPr>
            <p:ph type="sldNum" idx="74"/>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695F8D8-E94C-47DC-B122-54461577075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2925720" y="849240"/>
            <a:ext cx="4076280" cy="2293560"/>
          </a:xfrm>
          <a:prstGeom prst="rect">
            <a:avLst/>
          </a:prstGeom>
          <a:ln w="0">
            <a:noFill/>
          </a:ln>
        </p:spPr>
      </p:sp>
      <p:sp>
        <p:nvSpPr>
          <p:cNvPr id="476"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pc="-1" strike="noStrike">
                <a:solidFill>
                  <a:srgbClr val="000000"/>
                </a:solidFill>
                <a:latin typeface="Arial"/>
              </a:rPr>
              <a:t>https://github.com/AnnaZva/Test1.git</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p:txBody>
      </p:sp>
      <p:sp>
        <p:nvSpPr>
          <p:cNvPr id="477" name="PlaceHolder 3"/>
          <p:cNvSpPr>
            <a:spLocks noGrp="1"/>
          </p:cNvSpPr>
          <p:nvPr>
            <p:ph type="sldNum" idx="75"/>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3925C2F-8B94-41D6-AD22-87AB98DB8CD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2925720" y="849240"/>
            <a:ext cx="4076280" cy="2293560"/>
          </a:xfrm>
          <a:prstGeom prst="rect">
            <a:avLst/>
          </a:prstGeom>
          <a:ln w="0">
            <a:noFill/>
          </a:ln>
        </p:spPr>
      </p:sp>
      <p:sp>
        <p:nvSpPr>
          <p:cNvPr id="479"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r>
              <a:rPr b="0" lang="ru-RU" sz="1200" spc="-1" strike="noStrike">
                <a:solidFill>
                  <a:schemeClr val="dk1"/>
                </a:solidFill>
                <a:latin typeface="+mn-lt"/>
                <a:ea typeface="+mn-ea"/>
              </a:rPr>
              <a:t> репозиторий создать на локальном компе (по умолчанию создастся в </a:t>
            </a:r>
            <a:r>
              <a:rPr b="0" lang="en-US" sz="1200" spc="-1" strike="noStrike">
                <a:solidFill>
                  <a:schemeClr val="dk1"/>
                </a:solidFill>
                <a:latin typeface="+mn-lt"/>
                <a:ea typeface="+mn-ea"/>
              </a:rPr>
              <a:t> C:/Users/ANNA/repo_test/.git/</a:t>
            </a:r>
            <a:r>
              <a:rPr b="0" lang="ru-RU" sz="1200" spc="-1" strike="noStrike">
                <a:solidFill>
                  <a:schemeClr val="dk1"/>
                </a:solidFill>
                <a:latin typeface="+mn-lt"/>
                <a:ea typeface="+mn-ea"/>
              </a:rPr>
              <a:t>)</a:t>
            </a:r>
            <a:endParaRPr b="0" lang="en-US" sz="1200" spc="-1" strike="noStrike">
              <a:solidFill>
                <a:srgbClr val="000000"/>
              </a:solidFill>
              <a:latin typeface="Arial"/>
            </a:endParaRPr>
          </a:p>
        </p:txBody>
      </p:sp>
      <p:sp>
        <p:nvSpPr>
          <p:cNvPr id="480" name="PlaceHolder 3"/>
          <p:cNvSpPr>
            <a:spLocks noGrp="1"/>
          </p:cNvSpPr>
          <p:nvPr>
            <p:ph type="sldNum" idx="76"/>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7DC50E3-C66D-42C0-AF42-F78E9DFAED6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2925720" y="849240"/>
            <a:ext cx="4076280" cy="2293560"/>
          </a:xfrm>
          <a:prstGeom prst="rect">
            <a:avLst/>
          </a:prstGeom>
          <a:ln w="0">
            <a:noFill/>
          </a:ln>
        </p:spPr>
      </p:sp>
      <p:sp>
        <p:nvSpPr>
          <p:cNvPr id="48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r>
              <a:rPr b="0" lang="ru-RU" sz="1200" spc="-1" strike="noStrike">
                <a:solidFill>
                  <a:schemeClr val="dk1"/>
                </a:solidFill>
                <a:latin typeface="+mn-lt"/>
                <a:ea typeface="+mn-ea"/>
              </a:rPr>
              <a:t> репозиторий создать на локальном компе (по умолчанию создастся в </a:t>
            </a:r>
            <a:r>
              <a:rPr b="0" lang="en-US" sz="1200" spc="-1" strike="noStrike">
                <a:solidFill>
                  <a:schemeClr val="dk1"/>
                </a:solidFill>
                <a:latin typeface="+mn-lt"/>
                <a:ea typeface="+mn-ea"/>
              </a:rPr>
              <a:t> C:/Users/ANNA/repo_test/.git/</a:t>
            </a:r>
            <a:r>
              <a:rPr b="0" lang="ru-RU" sz="1200" spc="-1" strike="noStrike">
                <a:solidFill>
                  <a:schemeClr val="dk1"/>
                </a:solidFill>
                <a:latin typeface="+mn-lt"/>
                <a:ea typeface="+mn-ea"/>
              </a:rPr>
              <a:t>)</a:t>
            </a:r>
            <a:endParaRPr b="0" lang="en-US" sz="1200" spc="-1" strike="noStrike">
              <a:solidFill>
                <a:srgbClr val="000000"/>
              </a:solidFill>
              <a:latin typeface="Arial"/>
            </a:endParaRPr>
          </a:p>
        </p:txBody>
      </p:sp>
      <p:sp>
        <p:nvSpPr>
          <p:cNvPr id="483" name="PlaceHolder 3"/>
          <p:cNvSpPr>
            <a:spLocks noGrp="1"/>
          </p:cNvSpPr>
          <p:nvPr>
            <p:ph type="sldNum" idx="7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5BA81A5-A4C9-4F74-B5AF-E4A35DC8C4A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2925720" y="849240"/>
            <a:ext cx="4076280" cy="2293560"/>
          </a:xfrm>
          <a:prstGeom prst="rect">
            <a:avLst/>
          </a:prstGeom>
          <a:ln w="0">
            <a:noFill/>
          </a:ln>
        </p:spPr>
      </p:sp>
      <p:sp>
        <p:nvSpPr>
          <p:cNvPr id="48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r>
              <a:rPr b="0" lang="ru-RU" sz="1200" spc="-1" strike="noStrike">
                <a:solidFill>
                  <a:schemeClr val="dk1"/>
                </a:solidFill>
                <a:latin typeface="+mn-lt"/>
                <a:ea typeface="+mn-ea"/>
              </a:rPr>
              <a:t> репозиторий создать на локальном компе (по умолчанию создастся в </a:t>
            </a:r>
            <a:r>
              <a:rPr b="0" lang="en-US" sz="1200" spc="-1" strike="noStrike">
                <a:solidFill>
                  <a:schemeClr val="dk1"/>
                </a:solidFill>
                <a:latin typeface="+mn-lt"/>
                <a:ea typeface="+mn-ea"/>
              </a:rPr>
              <a:t> C:/Users/ANNA/repo_test/.git/</a:t>
            </a:r>
            <a:r>
              <a:rPr b="0" lang="ru-RU" sz="1200" spc="-1" strike="noStrike">
                <a:solidFill>
                  <a:schemeClr val="dk1"/>
                </a:solidFill>
                <a:latin typeface="+mn-lt"/>
                <a:ea typeface="+mn-ea"/>
              </a:rPr>
              <a:t>)</a:t>
            </a:r>
            <a:endParaRPr b="0" lang="en-US" sz="1200" spc="-1" strike="noStrike">
              <a:solidFill>
                <a:srgbClr val="000000"/>
              </a:solidFill>
              <a:latin typeface="Arial"/>
            </a:endParaRPr>
          </a:p>
        </p:txBody>
      </p:sp>
      <p:sp>
        <p:nvSpPr>
          <p:cNvPr id="486" name="PlaceHolder 3"/>
          <p:cNvSpPr>
            <a:spLocks noGrp="1"/>
          </p:cNvSpPr>
          <p:nvPr>
            <p:ph type="sldNum" idx="7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C46EDD8-DF4C-4356-AB38-488B168FF3D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2925720" y="849240"/>
            <a:ext cx="4076280" cy="2293560"/>
          </a:xfrm>
          <a:prstGeom prst="rect">
            <a:avLst/>
          </a:prstGeom>
          <a:ln w="0">
            <a:noFill/>
          </a:ln>
        </p:spPr>
      </p:sp>
      <p:sp>
        <p:nvSpPr>
          <p:cNvPr id="48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ru-RU" sz="1200" spc="-1" strike="noStrike">
                <a:solidFill>
                  <a:schemeClr val="dk1"/>
                </a:solidFill>
                <a:latin typeface="+mn-lt"/>
                <a:ea typeface="+mn-ea"/>
              </a:rPr>
              <a:t>Набор файлов, с которым мы работаем в данный момент, называется рабочая копия (</a:t>
            </a:r>
            <a:r>
              <a:rPr b="0" i="1" lang="ru-RU" sz="1200" spc="-1" strike="noStrike">
                <a:solidFill>
                  <a:schemeClr val="dk1"/>
                </a:solidFill>
                <a:latin typeface="+mn-lt"/>
                <a:ea typeface="+mn-ea"/>
              </a:rPr>
              <a:t>working copy</a:t>
            </a:r>
            <a:r>
              <a:rPr b="0" lang="ru-RU" sz="1200" spc="-1" strike="noStrike">
                <a:solidFill>
                  <a:schemeClr val="dk1"/>
                </a:solidFill>
                <a:latin typeface="+mn-lt"/>
                <a:ea typeface="+mn-ea"/>
              </a:rPr>
              <a:t>). После того, как решено, что все нужные изменения на данный момент внесены, и об этом можно сообщить системе контроля версий, разработчик производит отправку изменений в репозиторий (</a:t>
            </a:r>
            <a:r>
              <a:rPr b="0" i="1" lang="ru-RU" sz="1200" spc="-1" strike="noStrike">
                <a:solidFill>
                  <a:schemeClr val="dk1"/>
                </a:solidFill>
                <a:latin typeface="+mn-lt"/>
                <a:ea typeface="+mn-ea"/>
              </a:rPr>
              <a:t>repository</a:t>
            </a:r>
            <a:r>
              <a:rPr b="0" lang="ru-RU" sz="1200" spc="-1" strike="noStrike">
                <a:solidFill>
                  <a:schemeClr val="dk1"/>
                </a:solidFill>
                <a:latin typeface="+mn-lt"/>
                <a:ea typeface="+mn-ea"/>
              </a:rPr>
              <a:t>). Репозиторий – это хранилище для нашего проекта, которое обслуживает система контроля версий. Сама операция отправки изменений называется </a:t>
            </a:r>
            <a:r>
              <a:rPr b="0" i="1" lang="ru-RU" sz="1200" spc="-1" strike="noStrike">
                <a:solidFill>
                  <a:schemeClr val="dk1"/>
                </a:solidFill>
                <a:latin typeface="+mn-lt"/>
                <a:ea typeface="+mn-ea"/>
              </a:rPr>
              <a:t>commit</a:t>
            </a:r>
            <a:r>
              <a:rPr b="0" lang="ru-RU" sz="1200" spc="-1" strike="noStrike">
                <a:solidFill>
                  <a:schemeClr val="dk1"/>
                </a:solidFill>
                <a:latin typeface="+mn-lt"/>
                <a:ea typeface="+mn-ea"/>
              </a:rPr>
              <a:t>, на русском языке ее так и называют – коммит. Если нам необходимо взять данные из репозитория, то мы осуществляем операцию </a:t>
            </a:r>
            <a:r>
              <a:rPr b="0" i="1" lang="ru-RU" sz="1200" spc="-1" strike="noStrike">
                <a:solidFill>
                  <a:schemeClr val="dk1"/>
                </a:solidFill>
                <a:latin typeface="+mn-lt"/>
                <a:ea typeface="+mn-ea"/>
              </a:rPr>
              <a:t>checkout</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Дополнительно добавляется ещё одно место, которое можно назвать кэшем или </a:t>
            </a:r>
            <a:r>
              <a:rPr b="0" i="1" lang="ru-RU" sz="1200" spc="-1" strike="noStrike">
                <a:solidFill>
                  <a:schemeClr val="dk1"/>
                </a:solidFill>
                <a:latin typeface="+mn-lt"/>
                <a:ea typeface="+mn-ea"/>
              </a:rPr>
              <a:t>stage </a:t>
            </a:r>
            <a:r>
              <a:rPr b="0" lang="ru-RU" sz="1200" spc="-1" strike="noStrike">
                <a:solidFill>
                  <a:schemeClr val="dk1"/>
                </a:solidFill>
                <a:latin typeface="+mn-lt"/>
                <a:ea typeface="+mn-ea"/>
              </a:rPr>
              <a:t>в английской терминологии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Наличие </a:t>
            </a:r>
            <a:r>
              <a:rPr b="0" i="1" lang="ru-RU" sz="1200" spc="-1" strike="noStrike">
                <a:solidFill>
                  <a:schemeClr val="dk1"/>
                </a:solidFill>
                <a:latin typeface="+mn-lt"/>
                <a:ea typeface="+mn-ea"/>
              </a:rPr>
              <a:t>stage </a:t>
            </a:r>
            <a:r>
              <a:rPr b="0" lang="ru-RU" sz="1200" spc="-1" strike="noStrike">
                <a:solidFill>
                  <a:schemeClr val="dk1"/>
                </a:solidFill>
                <a:latin typeface="+mn-lt"/>
                <a:ea typeface="+mn-ea"/>
              </a:rPr>
              <a:t>добавляет гибкости в процесс разработки, вы можете внести изменения в довольно большое количество файлов, но отправить их в репозиторий в разных коммитах со своими специфическими комментариями.</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 </a:t>
            </a:r>
            <a:r>
              <a:rPr b="0" lang="ru-RU" sz="1200" spc="-1" strike="noStrike">
                <a:solidFill>
                  <a:schemeClr val="dk1"/>
                </a:solidFill>
                <a:latin typeface="+mn-lt"/>
                <a:ea typeface="+mn-ea"/>
              </a:rPr>
              <a:t>Система контроля версий </a:t>
            </a:r>
            <a:r>
              <a:rPr b="0" i="1" lang="ru-RU" sz="1200" spc="-1" strike="noStrike">
                <a:solidFill>
                  <a:schemeClr val="dk1"/>
                </a:solidFill>
                <a:latin typeface="+mn-lt"/>
                <a:ea typeface="+mn-ea"/>
              </a:rPr>
              <a:t>git </a:t>
            </a:r>
            <a:r>
              <a:rPr b="0" lang="ru-RU" sz="1200" spc="-1" strike="noStrike">
                <a:solidFill>
                  <a:schemeClr val="dk1"/>
                </a:solidFill>
                <a:latin typeface="+mn-lt"/>
                <a:ea typeface="+mn-ea"/>
              </a:rPr>
              <a:t>использует </a:t>
            </a:r>
            <a:r>
              <a:rPr b="1" lang="ru-RU" sz="1200" spc="-1" strike="noStrike">
                <a:solidFill>
                  <a:schemeClr val="dk1"/>
                </a:solidFill>
                <a:latin typeface="+mn-lt"/>
                <a:ea typeface="+mn-ea"/>
              </a:rPr>
              <a:t>архитектуру трех деревьев</a:t>
            </a:r>
            <a:r>
              <a:rPr b="0" lang="ru-RU" sz="1200" spc="-1" strike="noStrike">
                <a:solidFill>
                  <a:schemeClr val="dk1"/>
                </a:solidFill>
                <a:latin typeface="+mn-lt"/>
                <a:ea typeface="+mn-ea"/>
              </a:rPr>
              <a:t>, где регламент работы выглядит так:</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Перед началом работы разработчик делает </a:t>
            </a:r>
            <a:r>
              <a:rPr b="0" i="1" lang="ru-RU" sz="1200" spc="-1" strike="noStrike">
                <a:solidFill>
                  <a:schemeClr val="dk1"/>
                </a:solidFill>
                <a:latin typeface="+mn-lt"/>
                <a:ea typeface="+mn-ea"/>
              </a:rPr>
              <a:t>checkout</a:t>
            </a:r>
            <a:r>
              <a:rPr b="0" lang="ru-RU" sz="1200" spc="-1" strike="noStrike">
                <a:solidFill>
                  <a:schemeClr val="dk1"/>
                </a:solidFill>
                <a:latin typeface="+mn-lt"/>
                <a:ea typeface="+mn-ea"/>
              </a:rPr>
              <a:t>, для того чтобы быть уверенным, что он будет работать с актуальной рабочей копией.</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Разработчик вносит необходимые изменения в исходный код.</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Разработчик отправляет необходимый набор файлов, изменения в которые внесены, в </a:t>
            </a:r>
            <a:r>
              <a:rPr b="0" i="1" lang="ru-RU" sz="1200" spc="-1" strike="noStrike">
                <a:solidFill>
                  <a:schemeClr val="dk1"/>
                </a:solidFill>
                <a:latin typeface="+mn-lt"/>
                <a:ea typeface="+mn-ea"/>
              </a:rPr>
              <a:t>stage</a:t>
            </a:r>
            <a:r>
              <a:rPr b="0" lang="ru-RU" sz="1200" spc="-1" strike="noStrike">
                <a:solidFill>
                  <a:schemeClr val="dk1"/>
                </a:solidFill>
                <a:latin typeface="+mn-lt"/>
                <a:ea typeface="+mn-ea"/>
              </a:rPr>
              <a:t>, для того, чтобы потом построить из них коммит. До того, как изменения будут отправлены в репозиторий, разработчик может добавлять и удалять файлы из </a:t>
            </a:r>
            <a:r>
              <a:rPr b="0" i="1" lang="ru-RU" sz="1200" spc="-1" strike="noStrike">
                <a:solidFill>
                  <a:schemeClr val="dk1"/>
                </a:solidFill>
                <a:latin typeface="+mn-lt"/>
                <a:ea typeface="+mn-ea"/>
              </a:rPr>
              <a:t>stage</a:t>
            </a:r>
            <a:r>
              <a:rPr b="0" lang="ru-RU" sz="1200" spc="-1" strike="noStrike">
                <a:solidFill>
                  <a:schemeClr val="dk1"/>
                </a:solidFill>
                <a:latin typeface="+mn-lt"/>
                <a:ea typeface="+mn-ea"/>
              </a:rPr>
              <a:t>. Набор файлов в </a:t>
            </a:r>
            <a:r>
              <a:rPr b="0" i="1" lang="ru-RU" sz="1200" spc="-1" strike="noStrike">
                <a:solidFill>
                  <a:schemeClr val="dk1"/>
                </a:solidFill>
                <a:latin typeface="+mn-lt"/>
                <a:ea typeface="+mn-ea"/>
              </a:rPr>
              <a:t>stage</a:t>
            </a:r>
            <a:r>
              <a:rPr b="0" lang="ru-RU" sz="1200" spc="-1" strike="noStrike">
                <a:solidFill>
                  <a:schemeClr val="dk1"/>
                </a:solidFill>
                <a:latin typeface="+mn-lt"/>
                <a:ea typeface="+mn-ea"/>
              </a:rPr>
              <a:t>, как правило, идеологически связан между собой.</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Разработчик отправляет изменения в репозиторий (коммитит их).</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Повторить необходимое количество раз пункты 2 – 4.</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489" name="PlaceHolder 3"/>
          <p:cNvSpPr>
            <a:spLocks noGrp="1"/>
          </p:cNvSpPr>
          <p:nvPr>
            <p:ph type="sldNum" idx="7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7A34685-1F73-43F8-976C-047FA9ECE9B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2925720" y="849240"/>
            <a:ext cx="4076280" cy="2293560"/>
          </a:xfrm>
          <a:prstGeom prst="rect">
            <a:avLst/>
          </a:prstGeom>
          <a:ln w="0">
            <a:noFill/>
          </a:ln>
        </p:spPr>
      </p:sp>
      <p:sp>
        <p:nvSpPr>
          <p:cNvPr id="491"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ru-RU" sz="1200" spc="-1" strike="noStrike">
                <a:solidFill>
                  <a:schemeClr val="dk1"/>
                </a:solidFill>
                <a:latin typeface="+mn-lt"/>
                <a:ea typeface="+mn-ea"/>
              </a:rPr>
              <a:t>с точки зрения Git. Каждый файл может находится только в одном из двух состояний:</a:t>
            </a:r>
            <a:br>
              <a:rPr sz="2000"/>
            </a:br>
            <a:br>
              <a:rPr sz="2000"/>
            </a:br>
            <a:r>
              <a:rPr b="1" lang="ru-RU" sz="1200" spc="-1" strike="noStrike">
                <a:solidFill>
                  <a:schemeClr val="dk1"/>
                </a:solidFill>
                <a:latin typeface="+mn-lt"/>
                <a:ea typeface="+mn-ea"/>
              </a:rPr>
              <a:t>1.</a:t>
            </a:r>
            <a:r>
              <a:rPr b="0" lang="ru-RU" sz="1200" spc="-1" strike="noStrike">
                <a:solidFill>
                  <a:schemeClr val="dk1"/>
                </a:solidFill>
                <a:latin typeface="+mn-lt"/>
                <a:ea typeface="+mn-ea"/>
              </a:rPr>
              <a:t> </a:t>
            </a:r>
            <a:r>
              <a:rPr b="1" lang="ru-RU" sz="1200" spc="-1" strike="noStrike">
                <a:solidFill>
                  <a:schemeClr val="dk1"/>
                </a:solidFill>
                <a:latin typeface="+mn-lt"/>
                <a:ea typeface="+mn-ea"/>
              </a:rPr>
              <a:t>Отслеживаемый.</a:t>
            </a:r>
            <a:r>
              <a:rPr b="0" lang="ru-RU" sz="1200" spc="-1" strike="noStrike">
                <a:solidFill>
                  <a:schemeClr val="dk1"/>
                </a:solidFill>
                <a:latin typeface="+mn-lt"/>
                <a:ea typeface="+mn-ea"/>
              </a:rPr>
              <a:t> Об этих файлах Git знает и отслеживает изменения в них. Отслеживаемые файлы в свою очередь могут находится в следующих состояниях:</a:t>
            </a:r>
            <a:br>
              <a:rPr sz="2000"/>
            </a:br>
            <a:br>
              <a:rPr sz="2000"/>
            </a:br>
            <a:r>
              <a:rPr b="1" lang="ru-RU" sz="1200" spc="-1" strike="noStrike">
                <a:solidFill>
                  <a:schemeClr val="dk1"/>
                </a:solidFill>
                <a:latin typeface="+mn-lt"/>
                <a:ea typeface="+mn-ea"/>
              </a:rPr>
              <a:t>Неизмененный. </a:t>
            </a:r>
            <a:r>
              <a:rPr b="0" lang="ru-RU" sz="1200" spc="-1" strike="noStrike">
                <a:solidFill>
                  <a:schemeClr val="dk1"/>
                </a:solidFill>
                <a:latin typeface="+mn-lt"/>
                <a:ea typeface="+mn-ea"/>
              </a:rPr>
              <a:t>То есть с момента последнего коммита в файле не было никаких изменений</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Измененный. </a:t>
            </a:r>
            <a:r>
              <a:rPr b="0" lang="ru-RU" sz="1200" spc="-1" strike="noStrike">
                <a:solidFill>
                  <a:schemeClr val="dk1"/>
                </a:solidFill>
                <a:latin typeface="+mn-lt"/>
                <a:ea typeface="+mn-ea"/>
              </a:rPr>
              <a:t>То есть с последнего коммита в файле были произведены какие-то изменения.</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Подготовленный к коммиту. </a:t>
            </a:r>
            <a:r>
              <a:rPr b="0" lang="ru-RU" sz="1200" spc="-1" strike="noStrike">
                <a:solidFill>
                  <a:schemeClr val="dk1"/>
                </a:solidFill>
                <a:latin typeface="+mn-lt"/>
                <a:ea typeface="+mn-ea"/>
              </a:rPr>
              <a:t>Это значит, что вы внесли изменения в этот файл и затем проиндексировали их, и эти изменения будут добавлены в следующий коммит.</a:t>
            </a:r>
            <a:endParaRPr b="0" lang="en-US" sz="1200" spc="-1" strike="noStrike">
              <a:solidFill>
                <a:srgbClr val="000000"/>
              </a:solidFill>
              <a:latin typeface="Arial"/>
            </a:endParaRPr>
          </a:p>
          <a:p>
            <a:pPr marL="216000" indent="0">
              <a:lnSpc>
                <a:spcPct val="100000"/>
              </a:lnSpc>
              <a:buNone/>
            </a:pPr>
            <a:br>
              <a:rPr sz="2000"/>
            </a:br>
            <a:r>
              <a:rPr b="1" lang="ru-RU" sz="1200" spc="-1" strike="noStrike">
                <a:solidFill>
                  <a:schemeClr val="dk1"/>
                </a:solidFill>
                <a:latin typeface="+mn-lt"/>
                <a:ea typeface="+mn-ea"/>
              </a:rPr>
              <a:t>2. Неотслеживаемый. </a:t>
            </a:r>
            <a:r>
              <a:rPr b="0" lang="ru-RU" sz="1200" spc="-1" strike="noStrike">
                <a:solidFill>
                  <a:schemeClr val="dk1"/>
                </a:solidFill>
                <a:latin typeface="+mn-lt"/>
                <a:ea typeface="+mn-ea"/>
              </a:rPr>
              <a:t>О неотслеживаемых файлах Git не знает, поэтому изменения в них не будут добавлены в коммит. Это любые файлы в вашем рабочем каталоге, которые не входили в последний коммит и не подготовлены к текущему коммиту.</a:t>
            </a:r>
            <a:endParaRPr b="0" lang="en-US" sz="1200" spc="-1" strike="noStrike">
              <a:solidFill>
                <a:srgbClr val="000000"/>
              </a:solidFill>
              <a:latin typeface="Arial"/>
            </a:endParaRPr>
          </a:p>
        </p:txBody>
      </p:sp>
      <p:sp>
        <p:nvSpPr>
          <p:cNvPr id="492" name="PlaceHolder 3"/>
          <p:cNvSpPr>
            <a:spLocks noGrp="1"/>
          </p:cNvSpPr>
          <p:nvPr>
            <p:ph type="sldNum" idx="80"/>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E9FCFF6-2E02-4840-B300-CFCBAE3A132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2925720" y="849240"/>
            <a:ext cx="4076280" cy="2293560"/>
          </a:xfrm>
          <a:prstGeom prst="rect">
            <a:avLst/>
          </a:prstGeom>
          <a:ln w="0">
            <a:noFill/>
          </a:ln>
        </p:spPr>
      </p:sp>
      <p:sp>
        <p:nvSpPr>
          <p:cNvPr id="494"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5" name="PlaceHolder 3"/>
          <p:cNvSpPr>
            <a:spLocks noGrp="1"/>
          </p:cNvSpPr>
          <p:nvPr>
            <p:ph type="sldNum" idx="81"/>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28CF130-AEBD-454F-B5D5-89E1FDFD6F9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2925720" y="849240"/>
            <a:ext cx="4076280" cy="2293560"/>
          </a:xfrm>
          <a:prstGeom prst="rect">
            <a:avLst/>
          </a:prstGeom>
          <a:ln w="0">
            <a:noFill/>
          </a:ln>
        </p:spPr>
      </p:sp>
      <p:sp>
        <p:nvSpPr>
          <p:cNvPr id="497"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8" name="PlaceHolder 3"/>
          <p:cNvSpPr>
            <a:spLocks noGrp="1"/>
          </p:cNvSpPr>
          <p:nvPr>
            <p:ph type="sldNum" idx="82"/>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5403A1D-68C0-4052-86C7-5976D797D0A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2925720" y="849240"/>
            <a:ext cx="4076280" cy="2293560"/>
          </a:xfrm>
          <a:prstGeom prst="rect">
            <a:avLst/>
          </a:prstGeom>
          <a:ln w="0">
            <a:noFill/>
          </a:ln>
        </p:spPr>
      </p:sp>
      <p:sp>
        <p:nvSpPr>
          <p:cNvPr id="500"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1" name="PlaceHolder 3"/>
          <p:cNvSpPr>
            <a:spLocks noGrp="1"/>
          </p:cNvSpPr>
          <p:nvPr>
            <p:ph type="sldNum" idx="83"/>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E775749-A407-4272-8442-DE9E8290294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2925720" y="849240"/>
            <a:ext cx="4076280" cy="2293560"/>
          </a:xfrm>
          <a:prstGeom prst="rect">
            <a:avLst/>
          </a:prstGeom>
          <a:ln w="0">
            <a:noFill/>
          </a:ln>
        </p:spPr>
      </p:sp>
      <p:sp>
        <p:nvSpPr>
          <p:cNvPr id="503"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4" name="PlaceHolder 3"/>
          <p:cNvSpPr>
            <a:spLocks noGrp="1"/>
          </p:cNvSpPr>
          <p:nvPr>
            <p:ph type="sldNum" idx="84"/>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6FB6BC6-543A-44CF-B279-377228C911A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2925720" y="849240"/>
            <a:ext cx="4076280" cy="2293560"/>
          </a:xfrm>
          <a:prstGeom prst="rect">
            <a:avLst/>
          </a:prstGeom>
          <a:ln w="0">
            <a:noFill/>
          </a:ln>
        </p:spPr>
      </p:sp>
      <p:sp>
        <p:nvSpPr>
          <p:cNvPr id="506"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r>
              <a:rPr b="0" lang="ru-RU" sz="1200" spc="-1" strike="noStrike">
                <a:solidFill>
                  <a:schemeClr val="dk1"/>
                </a:solidFill>
                <a:latin typeface="+mn-lt"/>
                <a:ea typeface="+mn-ea"/>
              </a:rPr>
              <a:t> репозиторий создать на локальном компе (по умолчанию создастся в </a:t>
            </a:r>
            <a:r>
              <a:rPr b="0" lang="en-US" sz="1200" spc="-1" strike="noStrike">
                <a:solidFill>
                  <a:schemeClr val="dk1"/>
                </a:solidFill>
                <a:latin typeface="+mn-lt"/>
                <a:ea typeface="+mn-ea"/>
              </a:rPr>
              <a:t> C:/Users/ANNA/repo_test/.git/</a:t>
            </a:r>
            <a:r>
              <a:rPr b="0" lang="ru-RU" sz="1200" spc="-1" strike="noStrike">
                <a:solidFill>
                  <a:schemeClr val="dk1"/>
                </a:solidFill>
                <a:latin typeface="+mn-lt"/>
                <a:ea typeface="+mn-ea"/>
              </a:rPr>
              <a:t>, но можно перейти в другую папку и диск)</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Для добавления файлов в локальное хранилище в </a:t>
            </a:r>
            <a:r>
              <a:rPr b="1" lang="ru-RU" sz="1200" spc="-1" strike="noStrike">
                <a:solidFill>
                  <a:schemeClr val="dk1"/>
                </a:solidFill>
                <a:latin typeface="+mn-lt"/>
                <a:ea typeface="+mn-ea"/>
              </a:rPr>
              <a:t>Git</a:t>
            </a:r>
            <a:r>
              <a:rPr b="0" lang="ru-RU" sz="1200" spc="-1" strike="noStrike">
                <a:solidFill>
                  <a:schemeClr val="dk1"/>
                </a:solidFill>
                <a:latin typeface="+mn-lt"/>
                <a:ea typeface="+mn-ea"/>
              </a:rPr>
              <a:t> используется несколько команд:</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add - добавление файлов в стадию ожидания;</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commit - добавление файлов в локальное хранилище;</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rm - отмена действий.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Добавление файлов</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Перед добавлением файлов в локальное хранилище их необходимо подготовить. Для этого используется команда git add.</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Через команду можно указать какие файлы необходимо добавить.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Можно добавить всё, прописав </a:t>
            </a:r>
            <a:r>
              <a:rPr b="1" lang="ru-RU" sz="1200" spc="-1" strike="noStrike">
                <a:solidFill>
                  <a:schemeClr val="dk1"/>
                </a:solidFill>
                <a:latin typeface="+mn-lt"/>
                <a:ea typeface="+mn-ea"/>
              </a:rPr>
              <a:t>git add . </a:t>
            </a:r>
            <a:r>
              <a:rPr b="0" lang="ru-RU" sz="1200" spc="-1" strike="noStrike">
                <a:solidFill>
                  <a:schemeClr val="dk1"/>
                </a:solidFill>
                <a:latin typeface="+mn-lt"/>
                <a:ea typeface="+mn-ea"/>
              </a:rPr>
              <a:t>или </a:t>
            </a:r>
            <a:r>
              <a:rPr b="1" lang="ru-RU" sz="1200" spc="-1" strike="noStrike">
                <a:solidFill>
                  <a:schemeClr val="dk1"/>
                </a:solidFill>
                <a:latin typeface="+mn-lt"/>
                <a:ea typeface="+mn-ea"/>
              </a:rPr>
              <a:t>git add -A</a:t>
            </a:r>
            <a:r>
              <a:rPr b="0" lang="ru-RU"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а также можно добавлять лишь некоторые файлы. Для их выбора можно воспользоваться различными командами:</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Коммит</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После подготовки файлов их необходимо отправить в локальное хранилище (</a:t>
            </a:r>
            <a:r>
              <a:rPr b="0" i="1" lang="ru-RU" sz="1200" spc="-1" strike="noStrike">
                <a:solidFill>
                  <a:schemeClr val="dk1"/>
                </a:solidFill>
                <a:latin typeface="+mn-lt"/>
                <a:ea typeface="+mn-ea"/>
              </a:rPr>
              <a:t>выполнить коммит</a:t>
            </a:r>
            <a:r>
              <a:rPr b="0" lang="ru-RU" sz="1200" spc="-1" strike="noStrike">
                <a:solidFill>
                  <a:schemeClr val="dk1"/>
                </a:solidFill>
                <a:latin typeface="+mn-lt"/>
                <a:ea typeface="+mn-ea"/>
              </a:rPr>
              <a:t>). Для этого используется команда </a:t>
            </a: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git commit -m "Комментари".</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При коммите данных их необходимо комментировать, чтобы в дальнейшем каждое изменение в проекте было с комментарием (</a:t>
            </a:r>
            <a:r>
              <a:rPr b="0" i="1" lang="ru-RU" sz="1200" spc="-1" strike="noStrike">
                <a:solidFill>
                  <a:schemeClr val="dk1"/>
                </a:solidFill>
                <a:latin typeface="+mn-lt"/>
                <a:ea typeface="+mn-ea"/>
              </a:rPr>
              <a:t>описанием действий</a:t>
            </a:r>
            <a:r>
              <a:rPr b="0" lang="ru-RU"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Отмена действий</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вы добавили файлы в стадию ожидания, но передумали и не хотите добавлять некоторые из них, то вам пригодиться команда </a:t>
            </a: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git rm -cached "file".</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ней укажите какой файл необходимо «выкинуть» из стадии ожидания на коммит.</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rm --cached &lt;file&gt;команда используется для</a:t>
            </a:r>
            <a:r>
              <a:rPr b="1" lang="ru-RU" sz="1200" spc="-1" strike="noStrike">
                <a:solidFill>
                  <a:schemeClr val="dk1"/>
                </a:solidFill>
                <a:latin typeface="+mn-lt"/>
                <a:ea typeface="+mn-ea"/>
              </a:rPr>
              <a:t>Удалите файл из области индексации Git, но сохраните локальную копию в рабочей директории.</a:t>
            </a:r>
            <a:r>
              <a:rPr b="0" lang="ru-RU"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Эта команда полезна в ряде ситуаций:</a:t>
            </a: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Отключение отслеживания файлов:</a:t>
            </a:r>
            <a:r>
              <a:rPr b="0" lang="ru-RU" sz="1200" spc="-1" strike="noStrike">
                <a:solidFill>
                  <a:schemeClr val="dk1"/>
                </a:solidFill>
                <a:latin typeface="+mn-lt"/>
                <a:ea typeface="+mn-ea"/>
              </a:rPr>
              <a:t> Основное назначение — предотвратить отслеживание Git файла, который уже был добавлен в репозиторий (или только что добавлен в индекс), без удаления файла из локальной файловой системы.</a:t>
            </a: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Добавление в .gitignore:</a:t>
            </a:r>
            <a:r>
              <a:rPr b="0" lang="ru-RU" sz="1200" spc="-1" strike="noStrike">
                <a:solidFill>
                  <a:schemeClr val="dk1"/>
                </a:solidFill>
                <a:latin typeface="+mn-lt"/>
                <a:ea typeface="+mn-ea"/>
              </a:rPr>
              <a:t> Этот метод часто используется, когда вы случайно добавили конфиденциальную информацию (например, пароли или журналы) или нежелательные файлы (например node_modules, .DS_Storeфайлы) в систему отслеживания Git. Обычно вы запускаете команду git rm --cached, а затем добавляете шаблон файла в свой .gitignore файл.</a:t>
            </a: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Исправление git add .ошибок:</a:t>
            </a:r>
            <a:r>
              <a:rPr b="0" lang="ru-RU" sz="1200" spc="-1" strike="noStrike">
                <a:solidFill>
                  <a:schemeClr val="dk1"/>
                </a:solidFill>
                <a:latin typeface="+mn-lt"/>
                <a:ea typeface="+mn-ea"/>
              </a:rPr>
              <a:t> Если вы случайно добавили в область подготовки git add .ненужные файлы, git rm --cachedвы можете удалить их из этой области, оставив локальные файлы нетронутыми. </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Игнорирование файлов</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имеет встроенную функцию .gitignore, с помощью которой мы можем предотвратить случайное попадание в git add ненужных файлов, папок и директорий. Очень часто в такой перечень попадают следующие данные: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Логи;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Артефакты систем сборки;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Папки node_modules в проектах node.js;</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Папки, созданные IDE, например, Netbeans или IntelliJ;</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Разнообразные заметки разработчика.</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Работает функция .gitignore очень просто:</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Создаем вручную файл под названием .gitignore и сохраняем его в директорию проекта.</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Внутри файла перечисляем названия файлов/папок, которые нужно игнорировать, каждое с новой строки.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Файл .gitignore добавляем, коммитим и отправляем на сервер, как любой другой файл в проекте.</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07" name="PlaceHolder 3"/>
          <p:cNvSpPr>
            <a:spLocks noGrp="1"/>
          </p:cNvSpPr>
          <p:nvPr>
            <p:ph type="sldNum" idx="85"/>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7E3C8D3-544A-40A9-B133-1C9E41D88DB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2925720" y="849240"/>
            <a:ext cx="4076280" cy="2293560"/>
          </a:xfrm>
          <a:prstGeom prst="rect">
            <a:avLst/>
          </a:prstGeom>
          <a:ln w="0">
            <a:noFill/>
          </a:ln>
        </p:spPr>
      </p:sp>
      <p:sp>
        <p:nvSpPr>
          <p:cNvPr id="509"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r>
              <a:rPr b="0" lang="ru-RU" sz="1200" spc="-1" strike="noStrike">
                <a:solidFill>
                  <a:schemeClr val="dk1"/>
                </a:solidFill>
                <a:latin typeface="+mn-lt"/>
                <a:ea typeface="+mn-ea"/>
              </a:rPr>
              <a:t> репозиторий создать на локальном компе (по умолчанию создастся в </a:t>
            </a:r>
            <a:r>
              <a:rPr b="0" lang="en-US" sz="1200" spc="-1" strike="noStrike">
                <a:solidFill>
                  <a:schemeClr val="dk1"/>
                </a:solidFill>
                <a:latin typeface="+mn-lt"/>
                <a:ea typeface="+mn-ea"/>
              </a:rPr>
              <a:t> C:/Users/ANNA/repo_test/.git/</a:t>
            </a:r>
            <a:r>
              <a:rPr b="0" lang="ru-RU" sz="1200" spc="-1" strike="noStrike">
                <a:solidFill>
                  <a:schemeClr val="dk1"/>
                </a:solidFill>
                <a:latin typeface="+mn-lt"/>
                <a:ea typeface="+mn-ea"/>
              </a:rPr>
              <a:t>, но можно перейти в другую папку и диск)</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Для добавления файлов в локальное хранилище в </a:t>
            </a:r>
            <a:r>
              <a:rPr b="1" lang="ru-RU" sz="1200" spc="-1" strike="noStrike">
                <a:solidFill>
                  <a:schemeClr val="dk1"/>
                </a:solidFill>
                <a:latin typeface="+mn-lt"/>
                <a:ea typeface="+mn-ea"/>
              </a:rPr>
              <a:t>Git</a:t>
            </a:r>
            <a:r>
              <a:rPr b="0" lang="ru-RU" sz="1200" spc="-1" strike="noStrike">
                <a:solidFill>
                  <a:schemeClr val="dk1"/>
                </a:solidFill>
                <a:latin typeface="+mn-lt"/>
                <a:ea typeface="+mn-ea"/>
              </a:rPr>
              <a:t> используется несколько команд:</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add - добавление файлов в стадию ожидания;</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commit - добавление файлов в локальное хранилище;</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rm - отмена действий.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Добавление файлов</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Перед добавлением файлов в локальное хранилище их необходимо подготовить. Для этого используется команда git add.</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Через команду можно указать какие файлы необходимо добавить.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Можно добавить всё, прописав </a:t>
            </a:r>
            <a:r>
              <a:rPr b="1" lang="ru-RU" sz="1200" spc="-1" strike="noStrike">
                <a:solidFill>
                  <a:schemeClr val="dk1"/>
                </a:solidFill>
                <a:latin typeface="+mn-lt"/>
                <a:ea typeface="+mn-ea"/>
              </a:rPr>
              <a:t>git add . </a:t>
            </a:r>
            <a:r>
              <a:rPr b="0" lang="ru-RU" sz="1200" spc="-1" strike="noStrike">
                <a:solidFill>
                  <a:schemeClr val="dk1"/>
                </a:solidFill>
                <a:latin typeface="+mn-lt"/>
                <a:ea typeface="+mn-ea"/>
              </a:rPr>
              <a:t>или </a:t>
            </a:r>
            <a:r>
              <a:rPr b="1" lang="ru-RU" sz="1200" spc="-1" strike="noStrike">
                <a:solidFill>
                  <a:schemeClr val="dk1"/>
                </a:solidFill>
                <a:latin typeface="+mn-lt"/>
                <a:ea typeface="+mn-ea"/>
              </a:rPr>
              <a:t>git add -A</a:t>
            </a:r>
            <a:r>
              <a:rPr b="0" lang="ru-RU"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а также можно добавлять лишь некоторые файлы. Для их выбора можно воспользоваться различными командами:</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Коммит</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После подготовки файлов их необходимо отправить в локальное хранилище (</a:t>
            </a:r>
            <a:r>
              <a:rPr b="0" i="1" lang="ru-RU" sz="1200" spc="-1" strike="noStrike">
                <a:solidFill>
                  <a:schemeClr val="dk1"/>
                </a:solidFill>
                <a:latin typeface="+mn-lt"/>
                <a:ea typeface="+mn-ea"/>
              </a:rPr>
              <a:t>выполнить коммит</a:t>
            </a:r>
            <a:r>
              <a:rPr b="0" lang="ru-RU" sz="1200" spc="-1" strike="noStrike">
                <a:solidFill>
                  <a:schemeClr val="dk1"/>
                </a:solidFill>
                <a:latin typeface="+mn-lt"/>
                <a:ea typeface="+mn-ea"/>
              </a:rPr>
              <a:t>). Для этого используется команда </a:t>
            </a: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git commit -m "Комментари".</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При коммите данных их необходимо комментировать, чтобы в дальнейшем каждое изменение в проекте было с комментарием (</a:t>
            </a:r>
            <a:r>
              <a:rPr b="0" i="1" lang="ru-RU" sz="1200" spc="-1" strike="noStrike">
                <a:solidFill>
                  <a:schemeClr val="dk1"/>
                </a:solidFill>
                <a:latin typeface="+mn-lt"/>
                <a:ea typeface="+mn-ea"/>
              </a:rPr>
              <a:t>описанием действий</a:t>
            </a:r>
            <a:r>
              <a:rPr b="0" lang="ru-RU"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Отмена действий</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вы добавили файлы в стадию ожидания, но передумали и не хотите добавлять некоторые из них, то вам пригодиться команда </a:t>
            </a: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git rm -cached "file".</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ней укажите какой файл необходимо «выкинуть» из стадии ожидания на коммит.</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Игнорирование файлов</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имеет встроенную функцию .gitignore, с помощью которой мы можем предотвратить случайное попадание в git add ненужных файлов, папок и директорий. Очень часто в такой перечень попадают следующие данные: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Логи;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Артефакты систем сборки;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Папки node_modules в проектах node.js;</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Папки, созданные IDE, например, Netbeans или IntelliJ;</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Разнообразные заметки разработчика.</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Работает функция .gitignore очень просто:</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Создаем вручную файл под названием .gitignore и сохраняем его в директорию проекта.</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Внутри файла перечисляем названия файлов/папок, которые нужно игнорировать, каждое с новой строки.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Файл .gitignore добавляем, коммитим и отправляем на сервер, как любой другой файл в проекте.</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10" name="PlaceHolder 3"/>
          <p:cNvSpPr>
            <a:spLocks noGrp="1"/>
          </p:cNvSpPr>
          <p:nvPr>
            <p:ph type="sldNum" idx="86"/>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AB564BC-0544-42BB-A3AA-FFF3DCD768B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2925720" y="849240"/>
            <a:ext cx="4076280" cy="2293560"/>
          </a:xfrm>
          <a:prstGeom prst="rect">
            <a:avLst/>
          </a:prstGeom>
          <a:ln w="0">
            <a:noFill/>
          </a:ln>
        </p:spPr>
      </p:sp>
      <p:sp>
        <p:nvSpPr>
          <p:cNvPr id="51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Добавим, созданный файл в </a:t>
            </a:r>
            <a:r>
              <a:rPr b="0" i="1" lang="ru-RU" sz="1200" spc="-1" strike="noStrike">
                <a:solidFill>
                  <a:schemeClr val="dk1"/>
                </a:solidFill>
                <a:latin typeface="+mn-lt"/>
                <a:ea typeface="+mn-ea"/>
              </a:rPr>
              <a:t>stage</a:t>
            </a:r>
            <a:r>
              <a:rPr b="0" lang="ru-RU" sz="1200" spc="-1" strike="noStrike">
                <a:solidFill>
                  <a:schemeClr val="dk1"/>
                </a:solidFill>
                <a:latin typeface="+mn-lt"/>
                <a:ea typeface="+mn-ea"/>
              </a:rPr>
              <a:t>. </a:t>
            </a:r>
            <a:r>
              <a:rPr b="0" i="1" lang="ru-RU" sz="1200" spc="-1" strike="noStrike">
                <a:solidFill>
                  <a:schemeClr val="dk1"/>
                </a:solidFill>
                <a:latin typeface="+mn-lt"/>
                <a:ea typeface="+mn-ea"/>
              </a:rPr>
              <a:t>Stage </a:t>
            </a:r>
            <a:r>
              <a:rPr b="0" lang="ru-RU" sz="1200" spc="-1" strike="noStrike">
                <a:solidFill>
                  <a:schemeClr val="dk1"/>
                </a:solidFill>
                <a:latin typeface="+mn-lt"/>
                <a:ea typeface="+mn-ea"/>
              </a:rPr>
              <a:t>(или </a:t>
            </a:r>
            <a:r>
              <a:rPr b="0" i="1" lang="ru-RU" sz="1200" spc="-1" strike="noStrike">
                <a:solidFill>
                  <a:schemeClr val="dk1"/>
                </a:solidFill>
                <a:latin typeface="+mn-lt"/>
                <a:ea typeface="+mn-ea"/>
              </a:rPr>
              <a:t>cache</a:t>
            </a:r>
            <a:r>
              <a:rPr b="0" lang="ru-RU" sz="1200" spc="-1" strike="noStrike">
                <a:solidFill>
                  <a:schemeClr val="dk1"/>
                </a:solidFill>
                <a:latin typeface="+mn-lt"/>
                <a:ea typeface="+mn-ea"/>
              </a:rPr>
              <a:t>) – это хранилище для файлов с изменениями, информация о которых попадет в единый коммит. </a:t>
            </a:r>
            <a:r>
              <a:rPr b="0" i="1" lang="ru-RU" sz="1200" spc="-1" strike="noStrike">
                <a:solidFill>
                  <a:schemeClr val="dk1"/>
                </a:solidFill>
                <a:latin typeface="+mn-lt"/>
                <a:ea typeface="+mn-ea"/>
              </a:rPr>
              <a:t>Stage </a:t>
            </a:r>
            <a:r>
              <a:rPr b="0" lang="ru-RU" sz="1200" spc="-1" strike="noStrike">
                <a:solidFill>
                  <a:schemeClr val="dk1"/>
                </a:solidFill>
                <a:latin typeface="+mn-lt"/>
                <a:ea typeface="+mn-ea"/>
              </a:rPr>
              <a:t>является элементом архитектуры трех деревьев, на базе которой построен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более подробно смотрите </a:t>
            </a:r>
            <a:r>
              <a:rPr b="0" lang="ru-RU" sz="1200" spc="-1" strike="noStrike">
                <a:solidFill>
                  <a:schemeClr val="dk1"/>
                </a:solidFill>
                <a:latin typeface="+mn-lt"/>
                <a:ea typeface="+mn-ea"/>
                <a:hlinkClick r:id="rId1"/>
              </a:rPr>
              <a:t>здесь</a:t>
            </a:r>
            <a:r>
              <a:rPr b="0" lang="ru-RU" sz="1200" spc="-1" strike="noStrike">
                <a:solidFill>
                  <a:schemeClr val="dk1"/>
                </a:solidFill>
                <a:latin typeface="+mn-lt"/>
                <a:ea typeface="+mn-ea"/>
              </a:rPr>
              <a:t>. Для добавления файла </a:t>
            </a:r>
            <a:r>
              <a:rPr b="0" i="1" lang="ru-RU" sz="1200" spc="-1" strike="noStrike">
                <a:solidFill>
                  <a:schemeClr val="dk1"/>
                </a:solidFill>
                <a:latin typeface="+mn-lt"/>
                <a:ea typeface="+mn-ea"/>
              </a:rPr>
              <a:t>README.md</a:t>
            </a:r>
            <a:r>
              <a:rPr b="0" lang="ru-RU" sz="1200" spc="-1" strike="noStrike">
                <a:solidFill>
                  <a:schemeClr val="dk1"/>
                </a:solidFill>
                <a:latin typeface="+mn-lt"/>
                <a:ea typeface="+mn-ea"/>
              </a:rPr>
              <a:t> в </a:t>
            </a:r>
            <a:r>
              <a:rPr b="0" i="1" lang="ru-RU" sz="1200" spc="-1" strike="noStrike">
                <a:solidFill>
                  <a:schemeClr val="dk1"/>
                </a:solidFill>
                <a:latin typeface="+mn-lt"/>
                <a:ea typeface="+mn-ea"/>
              </a:rPr>
              <a:t>stage </a:t>
            </a:r>
            <a:r>
              <a:rPr b="0" lang="ru-RU" sz="1200" spc="-1" strike="noStrike">
                <a:solidFill>
                  <a:schemeClr val="dk1"/>
                </a:solidFill>
                <a:latin typeface="+mn-lt"/>
                <a:ea typeface="+mn-ea"/>
              </a:rPr>
              <a:t>необходимо воспользоваться командой </a:t>
            </a:r>
            <a:r>
              <a:rPr b="0" i="1" lang="ru-RU" sz="1200" spc="-1" strike="noStrike">
                <a:solidFill>
                  <a:schemeClr val="dk1"/>
                </a:solidFill>
                <a:latin typeface="+mn-lt"/>
                <a:ea typeface="+mn-ea"/>
              </a:rPr>
              <a:t>git add</a:t>
            </a:r>
            <a:r>
              <a:rPr b="0" lang="ru-RU" sz="1200" spc="-1" strike="noStrike">
                <a:solidFill>
                  <a:schemeClr val="dk1"/>
                </a:solidFill>
                <a:latin typeface="+mn-lt"/>
                <a:ea typeface="+mn-ea"/>
              </a:rPr>
              <a:t>.</a:t>
            </a: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ru-RU" sz="2000" spc="-1" strike="noStrike">
                <a:solidFill>
                  <a:srgbClr val="000000"/>
                </a:solidFill>
                <a:latin typeface="+mn-lt"/>
                <a:ea typeface="+mn-ea"/>
              </a:rPr>
              <a:t>git add README.md </a:t>
            </a:r>
            <a:endParaRPr b="0" lang="en-US" sz="20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ru-RU" sz="1200" spc="-1" strike="noStrike">
                <a:solidFill>
                  <a:schemeClr val="dk1"/>
                </a:solidFill>
                <a:latin typeface="+mn-lt"/>
                <a:ea typeface="+mn-ea"/>
              </a:rPr>
              <a:t>Может возникнуть ошибка</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При выполнении команды git add . у Вас может возникнуть подобная ошибка. Давайте разберемся почему это происходит и как это исправить.</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Итак, полностью ошибка может выглядеть следующим образом:</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The file will have its original line endings in your working directory</a:t>
            </a:r>
            <a:br>
              <a:rPr sz="1200"/>
            </a:br>
            <a:r>
              <a:rPr b="0" lang="ru-RU" sz="1200" spc="-1" strike="noStrike">
                <a:solidFill>
                  <a:schemeClr val="dk1"/>
                </a:solidFill>
                <a:latin typeface="+mn-lt"/>
                <a:ea typeface="+mn-ea"/>
              </a:rPr>
              <a:t>warning: LF will be replaced by CRLF in path/to/the/file.</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Здесь всего-лишь говорится, что перенос строки будет дополнен возвратом каретки.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Вы работаете под ОС Linux или Mac OS, то убрать предупреждения можно этой командой:</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 git config --global core.autocrlf input</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Вы работаете в Git один под Windows и просто хотите выключить эти предупреждения, то введите следующую команду:</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config core.autocrlf true</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или так</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config --global core.autocrlf true</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Но по-правильному дожно быть так:</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 git config --global core.autocrlf false</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Связанно это может быть с тем что переносы строк были в Unix-формате, когда дело происходило под Windows, например. Очень просто конвертировать переносы строк в Windows-формат помогает текстовый редактор Notepad++: Правка→EOL конверсия→Преобразовать в WIN-формат.</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ru-RU" sz="1200" spc="-1" strike="noStrike">
                <a:solidFill>
                  <a:schemeClr val="dk1"/>
                </a:solidFill>
                <a:latin typeface="+mn-lt"/>
                <a:ea typeface="+mn-ea"/>
              </a:rPr>
              <a:t>Если изменение было произведено в нескольких файлах, и мы хотим их все отправить в </a:t>
            </a:r>
            <a:r>
              <a:rPr b="0" i="1" lang="ru-RU" sz="1200" spc="-1" strike="noStrike">
                <a:solidFill>
                  <a:schemeClr val="dk1"/>
                </a:solidFill>
                <a:latin typeface="+mn-lt"/>
                <a:ea typeface="+mn-ea"/>
              </a:rPr>
              <a:t>stage</a:t>
            </a:r>
            <a:r>
              <a:rPr b="0" lang="ru-RU" sz="1200" spc="-1" strike="noStrike">
                <a:solidFill>
                  <a:schemeClr val="dk1"/>
                </a:solidFill>
                <a:latin typeface="+mn-lt"/>
                <a:ea typeface="+mn-ea"/>
              </a:rPr>
              <a:t>, то вместо имени файла поставьте точку.</a:t>
            </a: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представленный набор изменений готов к отправке в репозиторий – т.е. к коммиту. Сделаем это.</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&gt;</a:t>
            </a:r>
            <a:r>
              <a:rPr b="0" lang="ru-RU" sz="2000" spc="-1" strike="noStrike">
                <a:solidFill>
                  <a:srgbClr val="000000"/>
                </a:solidFill>
                <a:latin typeface="+mn-lt"/>
                <a:ea typeface="+mn-ea"/>
              </a:rPr>
              <a:t> </a:t>
            </a:r>
            <a:r>
              <a:rPr b="0" lang="en-US" sz="2000" spc="-1" strike="noStrike">
                <a:solidFill>
                  <a:srgbClr val="000000"/>
                </a:solidFill>
                <a:latin typeface="+mn-lt"/>
                <a:ea typeface="+mn-ea"/>
              </a:rPr>
              <a:t>git commit -m "[create repository]" [master </a:t>
            </a:r>
            <a:r>
              <a:rPr b="0" lang="en-US" sz="1200" spc="-1" strike="noStrike">
                <a:solidFill>
                  <a:schemeClr val="dk1"/>
                </a:solidFill>
                <a:latin typeface="+mn-lt"/>
                <a:ea typeface="+mn-ea"/>
              </a:rPr>
              <a:t>(</a:t>
            </a:r>
            <a:r>
              <a:rPr b="0" lang="en-US" sz="2000" spc="-1" strike="noStrike">
                <a:solidFill>
                  <a:srgbClr val="000000"/>
                </a:solidFill>
                <a:latin typeface="+mn-lt"/>
                <a:ea typeface="+mn-ea"/>
              </a:rPr>
              <a:t>root-commit</a:t>
            </a:r>
            <a:r>
              <a:rPr b="0" lang="en-US" sz="1200" spc="-1" strike="noStrike">
                <a:solidFill>
                  <a:schemeClr val="dk1"/>
                </a:solidFill>
                <a:latin typeface="+mn-lt"/>
                <a:ea typeface="+mn-ea"/>
              </a:rPr>
              <a:t>)</a:t>
            </a:r>
            <a:r>
              <a:rPr b="0" lang="en-US" sz="2000" spc="-1" strike="noStrike">
                <a:solidFill>
                  <a:srgbClr val="000000"/>
                </a:solidFill>
                <a:latin typeface="+mn-lt"/>
                <a:ea typeface="+mn-ea"/>
              </a:rPr>
              <a:t> 500067c] [create repository] 1 file changed, 0 insertions</a:t>
            </a:r>
            <a:r>
              <a:rPr b="0" lang="en-US" sz="1200" spc="-1" strike="noStrike">
                <a:solidFill>
                  <a:schemeClr val="dk1"/>
                </a:solidFill>
                <a:latin typeface="+mn-lt"/>
                <a:ea typeface="+mn-ea"/>
              </a:rPr>
              <a:t>(</a:t>
            </a:r>
            <a:r>
              <a:rPr b="0" lang="en-US" sz="2000" spc="-1" strike="noStrike">
                <a:solidFill>
                  <a:srgbClr val="000000"/>
                </a:solidFill>
                <a:latin typeface="+mn-lt"/>
                <a:ea typeface="+mn-ea"/>
              </a:rPr>
              <a:t>+</a:t>
            </a:r>
            <a:r>
              <a:rPr b="0" lang="en-US" sz="1200" spc="-1" strike="noStrike">
                <a:solidFill>
                  <a:schemeClr val="dk1"/>
                </a:solidFill>
                <a:latin typeface="+mn-lt"/>
                <a:ea typeface="+mn-ea"/>
              </a:rPr>
              <a:t>)</a:t>
            </a:r>
            <a:r>
              <a:rPr b="0" lang="en-US" sz="2000" spc="-1" strike="noStrike">
                <a:solidFill>
                  <a:srgbClr val="000000"/>
                </a:solidFill>
                <a:latin typeface="+mn-lt"/>
                <a:ea typeface="+mn-ea"/>
              </a:rPr>
              <a:t>, 0 deletions</a:t>
            </a:r>
            <a:r>
              <a:rPr b="0" lang="en-US" sz="1200" spc="-1" strike="noStrike">
                <a:solidFill>
                  <a:schemeClr val="dk1"/>
                </a:solidFill>
                <a:latin typeface="+mn-lt"/>
                <a:ea typeface="+mn-ea"/>
              </a:rPr>
              <a:t>(</a:t>
            </a:r>
            <a:r>
              <a:rPr b="0" lang="en-US" sz="2000" spc="-1" strike="noStrike">
                <a:solidFill>
                  <a:srgbClr val="000000"/>
                </a:solidFill>
                <a:latin typeface="+mn-lt"/>
                <a:ea typeface="+mn-ea"/>
              </a:rPr>
              <a:t>-</a:t>
            </a:r>
            <a:r>
              <a:rPr b="0" lang="en-US" sz="1200" spc="-1" strike="noStrike">
                <a:solidFill>
                  <a:schemeClr val="dk1"/>
                </a:solidFill>
                <a:latin typeface="+mn-lt"/>
                <a:ea typeface="+mn-ea"/>
              </a:rPr>
              <a:t>)</a:t>
            </a:r>
            <a:r>
              <a:rPr b="0" lang="en-US" sz="2000" spc="-1" strike="noStrike">
                <a:solidFill>
                  <a:srgbClr val="000000"/>
                </a:solidFill>
                <a:latin typeface="+mn-lt"/>
                <a:ea typeface="+mn-ea"/>
              </a:rPr>
              <a:t> create mode 100644 README.md </a:t>
            </a:r>
            <a:r>
              <a:rPr b="0" lang="ru-RU" sz="1200" spc="-1" strike="noStrike">
                <a:solidFill>
                  <a:schemeClr val="dk1"/>
                </a:solidFill>
                <a:latin typeface="+mn-lt"/>
                <a:ea typeface="+mn-ea"/>
              </a:rPr>
              <a:t>Проверим статус каталога.</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&gt;</a:t>
            </a:r>
            <a:r>
              <a:rPr b="0" lang="ru-RU" sz="2000" spc="-1" strike="noStrike">
                <a:solidFill>
                  <a:srgbClr val="000000"/>
                </a:solidFill>
                <a:latin typeface="+mn-lt"/>
                <a:ea typeface="+mn-ea"/>
              </a:rPr>
              <a:t> </a:t>
            </a:r>
            <a:r>
              <a:rPr b="0" lang="en-US" sz="2000" spc="-1" strike="noStrike">
                <a:solidFill>
                  <a:srgbClr val="000000"/>
                </a:solidFill>
                <a:latin typeface="+mn-lt"/>
                <a:ea typeface="+mn-ea"/>
              </a:rPr>
              <a:t>git status On branch master nothing to commit, working tree clean </a:t>
            </a:r>
            <a:r>
              <a:rPr b="0" lang="ru-RU" sz="1200" spc="-1" strike="noStrike">
                <a:solidFill>
                  <a:schemeClr val="dk1"/>
                </a:solidFill>
                <a:latin typeface="+mn-lt"/>
                <a:ea typeface="+mn-ea"/>
              </a:rPr>
              <a:t>Как видно с момента последнего коммита никаких изменений в рабочем каталоге не производилось.</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13" name="PlaceHolder 3"/>
          <p:cNvSpPr>
            <a:spLocks noGrp="1"/>
          </p:cNvSpPr>
          <p:nvPr>
            <p:ph type="sldNum" idx="8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7062CF0-3C38-47BE-B8F3-2AD2446D4DD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2925720" y="849240"/>
            <a:ext cx="4076280" cy="2293560"/>
          </a:xfrm>
          <a:prstGeom prst="rect">
            <a:avLst/>
          </a:prstGeom>
          <a:ln w="0">
            <a:noFill/>
          </a:ln>
        </p:spPr>
      </p:sp>
      <p:sp>
        <p:nvSpPr>
          <p:cNvPr id="51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Добавим, созданный файл в </a:t>
            </a:r>
            <a:r>
              <a:rPr b="0" i="1" lang="ru-RU" sz="1200" spc="-1" strike="noStrike">
                <a:solidFill>
                  <a:schemeClr val="dk1"/>
                </a:solidFill>
                <a:latin typeface="+mn-lt"/>
                <a:ea typeface="+mn-ea"/>
              </a:rPr>
              <a:t>stage</a:t>
            </a:r>
            <a:r>
              <a:rPr b="0" lang="ru-RU" sz="1200" spc="-1" strike="noStrike">
                <a:solidFill>
                  <a:schemeClr val="dk1"/>
                </a:solidFill>
                <a:latin typeface="+mn-lt"/>
                <a:ea typeface="+mn-ea"/>
              </a:rPr>
              <a:t>. </a:t>
            </a:r>
            <a:r>
              <a:rPr b="0" i="1" lang="ru-RU" sz="1200" spc="-1" strike="noStrike">
                <a:solidFill>
                  <a:schemeClr val="dk1"/>
                </a:solidFill>
                <a:latin typeface="+mn-lt"/>
                <a:ea typeface="+mn-ea"/>
              </a:rPr>
              <a:t>Stage </a:t>
            </a:r>
            <a:r>
              <a:rPr b="0" lang="ru-RU" sz="1200" spc="-1" strike="noStrike">
                <a:solidFill>
                  <a:schemeClr val="dk1"/>
                </a:solidFill>
                <a:latin typeface="+mn-lt"/>
                <a:ea typeface="+mn-ea"/>
              </a:rPr>
              <a:t>(или </a:t>
            </a:r>
            <a:r>
              <a:rPr b="0" i="1" lang="ru-RU" sz="1200" spc="-1" strike="noStrike">
                <a:solidFill>
                  <a:schemeClr val="dk1"/>
                </a:solidFill>
                <a:latin typeface="+mn-lt"/>
                <a:ea typeface="+mn-ea"/>
              </a:rPr>
              <a:t>cache</a:t>
            </a:r>
            <a:r>
              <a:rPr b="0" lang="ru-RU" sz="1200" spc="-1" strike="noStrike">
                <a:solidFill>
                  <a:schemeClr val="dk1"/>
                </a:solidFill>
                <a:latin typeface="+mn-lt"/>
                <a:ea typeface="+mn-ea"/>
              </a:rPr>
              <a:t>) – это хранилище для файлов с изменениями, информация о которых попадет в единый коммит. </a:t>
            </a:r>
            <a:r>
              <a:rPr b="0" i="1" lang="ru-RU" sz="1200" spc="-1" strike="noStrike">
                <a:solidFill>
                  <a:schemeClr val="dk1"/>
                </a:solidFill>
                <a:latin typeface="+mn-lt"/>
                <a:ea typeface="+mn-ea"/>
              </a:rPr>
              <a:t>Stage </a:t>
            </a:r>
            <a:r>
              <a:rPr b="0" lang="ru-RU" sz="1200" spc="-1" strike="noStrike">
                <a:solidFill>
                  <a:schemeClr val="dk1"/>
                </a:solidFill>
                <a:latin typeface="+mn-lt"/>
                <a:ea typeface="+mn-ea"/>
              </a:rPr>
              <a:t>является элементом архитектуры трех деревьев, на базе которой построен </a:t>
            </a:r>
            <a:r>
              <a:rPr b="0" i="1" lang="ru-RU" sz="1200" spc="-1" strike="noStrike">
                <a:solidFill>
                  <a:schemeClr val="dk1"/>
                </a:solidFill>
                <a:latin typeface="+mn-lt"/>
                <a:ea typeface="+mn-ea"/>
              </a:rPr>
              <a:t>git</a:t>
            </a:r>
            <a:r>
              <a:rPr b="0" lang="ru-RU" sz="1200" spc="-1" strike="noStrike">
                <a:solidFill>
                  <a:schemeClr val="dk1"/>
                </a:solidFill>
                <a:latin typeface="+mn-lt"/>
                <a:ea typeface="+mn-ea"/>
              </a:rPr>
              <a:t>, более подробно смотрите </a:t>
            </a:r>
            <a:r>
              <a:rPr b="0" lang="ru-RU" sz="1200" spc="-1" strike="noStrike">
                <a:solidFill>
                  <a:schemeClr val="dk1"/>
                </a:solidFill>
                <a:latin typeface="+mn-lt"/>
                <a:ea typeface="+mn-ea"/>
                <a:hlinkClick r:id="rId1"/>
              </a:rPr>
              <a:t>здесь</a:t>
            </a:r>
            <a:r>
              <a:rPr b="0" lang="ru-RU" sz="1200" spc="-1" strike="noStrike">
                <a:solidFill>
                  <a:schemeClr val="dk1"/>
                </a:solidFill>
                <a:latin typeface="+mn-lt"/>
                <a:ea typeface="+mn-ea"/>
              </a:rPr>
              <a:t>. Для добавления файла </a:t>
            </a:r>
            <a:r>
              <a:rPr b="0" i="1" lang="ru-RU" sz="1200" spc="-1" strike="noStrike">
                <a:solidFill>
                  <a:schemeClr val="dk1"/>
                </a:solidFill>
                <a:latin typeface="+mn-lt"/>
                <a:ea typeface="+mn-ea"/>
              </a:rPr>
              <a:t>README.md</a:t>
            </a:r>
            <a:r>
              <a:rPr b="0" lang="ru-RU" sz="1200" spc="-1" strike="noStrike">
                <a:solidFill>
                  <a:schemeClr val="dk1"/>
                </a:solidFill>
                <a:latin typeface="+mn-lt"/>
                <a:ea typeface="+mn-ea"/>
              </a:rPr>
              <a:t> в </a:t>
            </a:r>
            <a:r>
              <a:rPr b="0" i="1" lang="ru-RU" sz="1200" spc="-1" strike="noStrike">
                <a:solidFill>
                  <a:schemeClr val="dk1"/>
                </a:solidFill>
                <a:latin typeface="+mn-lt"/>
                <a:ea typeface="+mn-ea"/>
              </a:rPr>
              <a:t>stage </a:t>
            </a:r>
            <a:r>
              <a:rPr b="0" lang="ru-RU" sz="1200" spc="-1" strike="noStrike">
                <a:solidFill>
                  <a:schemeClr val="dk1"/>
                </a:solidFill>
                <a:latin typeface="+mn-lt"/>
                <a:ea typeface="+mn-ea"/>
              </a:rPr>
              <a:t>необходимо воспользоваться командой </a:t>
            </a:r>
            <a:r>
              <a:rPr b="0" i="1" lang="ru-RU" sz="1200" spc="-1" strike="noStrike">
                <a:solidFill>
                  <a:schemeClr val="dk1"/>
                </a:solidFill>
                <a:latin typeface="+mn-lt"/>
                <a:ea typeface="+mn-ea"/>
              </a:rPr>
              <a:t>git add</a:t>
            </a:r>
            <a:r>
              <a:rPr b="0" lang="ru-RU" sz="1200" spc="-1" strike="noStrike">
                <a:solidFill>
                  <a:schemeClr val="dk1"/>
                </a:solidFill>
                <a:latin typeface="+mn-lt"/>
                <a:ea typeface="+mn-ea"/>
              </a:rPr>
              <a:t>.</a:t>
            </a: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ru-RU" sz="2000" spc="-1" strike="noStrike">
                <a:solidFill>
                  <a:srgbClr val="000000"/>
                </a:solidFill>
                <a:latin typeface="+mn-lt"/>
                <a:ea typeface="+mn-ea"/>
              </a:rPr>
              <a:t>git add README.md </a:t>
            </a:r>
            <a:endParaRPr b="0" lang="en-US" sz="20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ru-RU" sz="1200" spc="-1" strike="noStrike">
                <a:solidFill>
                  <a:schemeClr val="dk1"/>
                </a:solidFill>
                <a:latin typeface="+mn-lt"/>
                <a:ea typeface="+mn-ea"/>
              </a:rPr>
              <a:t>Может возникнуть ошибка</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При выполнении команды git add . у Вас может возникнуть подобная ошибка. Давайте разберемся почему это происходит и как это исправить.</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Итак, полностью ошибка может выглядеть следующим образом:</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The file will have its original line endings in your working directory</a:t>
            </a:r>
            <a:br>
              <a:rPr sz="1200"/>
            </a:br>
            <a:r>
              <a:rPr b="0" lang="ru-RU" sz="1200" spc="-1" strike="noStrike">
                <a:solidFill>
                  <a:schemeClr val="dk1"/>
                </a:solidFill>
                <a:latin typeface="+mn-lt"/>
                <a:ea typeface="+mn-ea"/>
              </a:rPr>
              <a:t>warning: LF will be replaced by CRLF in path/to/the/file.</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Здесь всего-лишь говорится, что перенос строки будет дополнен возвратом каретки.</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Вы работаете под ОС Linux или Mac OS, то убрать предупреждения можно этой командой:</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 git config --global core.autocrlf input</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Вы работаете в Git один под Windows и просто хотите выключить эти предупреждения, то введите следующую команду:</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config core.autocrlf true</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или так</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 config --global core.autocrlf true</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Но по-правильному дожно быть так:</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 git config --global core.autocrlf false</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Связанно это может быть с тем что переносы строк были в Unix-формате, когда дело происходило под Windows, например. Очень просто конвертировать переносы строк в Windows-формат помогает текстовый редактор Notepad++: Правка→EOL конверсия→Преобразовать в WIN-формат.</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ru-RU" sz="1200" spc="-1" strike="noStrike">
                <a:solidFill>
                  <a:schemeClr val="dk1"/>
                </a:solidFill>
                <a:latin typeface="+mn-lt"/>
                <a:ea typeface="+mn-ea"/>
              </a:rPr>
              <a:t>Если изменение было произведено в нескольких файлах, и мы хотим их все отправить в </a:t>
            </a:r>
            <a:r>
              <a:rPr b="0" i="1" lang="ru-RU" sz="1200" spc="-1" strike="noStrike">
                <a:solidFill>
                  <a:schemeClr val="dk1"/>
                </a:solidFill>
                <a:latin typeface="+mn-lt"/>
                <a:ea typeface="+mn-ea"/>
              </a:rPr>
              <a:t>stage</a:t>
            </a:r>
            <a:r>
              <a:rPr b="0" lang="ru-RU" sz="1200" spc="-1" strike="noStrike">
                <a:solidFill>
                  <a:schemeClr val="dk1"/>
                </a:solidFill>
                <a:latin typeface="+mn-lt"/>
                <a:ea typeface="+mn-ea"/>
              </a:rPr>
              <a:t>, то вместо имени файла поставьте точку.</a:t>
            </a: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представленный набор изменений готов к отправке в репозиторий – т.е. к коммиту. Сделаем это.</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&gt;</a:t>
            </a:r>
            <a:r>
              <a:rPr b="0" lang="ru-RU" sz="2000" spc="-1" strike="noStrike">
                <a:solidFill>
                  <a:srgbClr val="000000"/>
                </a:solidFill>
                <a:latin typeface="+mn-lt"/>
                <a:ea typeface="+mn-ea"/>
              </a:rPr>
              <a:t> </a:t>
            </a:r>
            <a:r>
              <a:rPr b="0" lang="en-US" sz="2000" spc="-1" strike="noStrike">
                <a:solidFill>
                  <a:srgbClr val="000000"/>
                </a:solidFill>
                <a:latin typeface="+mn-lt"/>
                <a:ea typeface="+mn-ea"/>
              </a:rPr>
              <a:t>git commit -m "[create repository]" [master </a:t>
            </a:r>
            <a:r>
              <a:rPr b="0" lang="en-US" sz="1200" spc="-1" strike="noStrike">
                <a:solidFill>
                  <a:schemeClr val="dk1"/>
                </a:solidFill>
                <a:latin typeface="+mn-lt"/>
                <a:ea typeface="+mn-ea"/>
              </a:rPr>
              <a:t>(</a:t>
            </a:r>
            <a:r>
              <a:rPr b="0" lang="en-US" sz="2000" spc="-1" strike="noStrike">
                <a:solidFill>
                  <a:srgbClr val="000000"/>
                </a:solidFill>
                <a:latin typeface="+mn-lt"/>
                <a:ea typeface="+mn-ea"/>
              </a:rPr>
              <a:t>root-commit</a:t>
            </a:r>
            <a:r>
              <a:rPr b="0" lang="en-US" sz="1200" spc="-1" strike="noStrike">
                <a:solidFill>
                  <a:schemeClr val="dk1"/>
                </a:solidFill>
                <a:latin typeface="+mn-lt"/>
                <a:ea typeface="+mn-ea"/>
              </a:rPr>
              <a:t>)</a:t>
            </a:r>
            <a:r>
              <a:rPr b="0" lang="en-US" sz="2000" spc="-1" strike="noStrike">
                <a:solidFill>
                  <a:srgbClr val="000000"/>
                </a:solidFill>
                <a:latin typeface="+mn-lt"/>
                <a:ea typeface="+mn-ea"/>
              </a:rPr>
              <a:t> 500067c] [create repository] 1 file changed, 0 insertions</a:t>
            </a:r>
            <a:r>
              <a:rPr b="0" lang="en-US" sz="1200" spc="-1" strike="noStrike">
                <a:solidFill>
                  <a:schemeClr val="dk1"/>
                </a:solidFill>
                <a:latin typeface="+mn-lt"/>
                <a:ea typeface="+mn-ea"/>
              </a:rPr>
              <a:t>(</a:t>
            </a:r>
            <a:r>
              <a:rPr b="0" lang="en-US" sz="2000" spc="-1" strike="noStrike">
                <a:solidFill>
                  <a:srgbClr val="000000"/>
                </a:solidFill>
                <a:latin typeface="+mn-lt"/>
                <a:ea typeface="+mn-ea"/>
              </a:rPr>
              <a:t>+</a:t>
            </a:r>
            <a:r>
              <a:rPr b="0" lang="en-US" sz="1200" spc="-1" strike="noStrike">
                <a:solidFill>
                  <a:schemeClr val="dk1"/>
                </a:solidFill>
                <a:latin typeface="+mn-lt"/>
                <a:ea typeface="+mn-ea"/>
              </a:rPr>
              <a:t>)</a:t>
            </a:r>
            <a:r>
              <a:rPr b="0" lang="en-US" sz="2000" spc="-1" strike="noStrike">
                <a:solidFill>
                  <a:srgbClr val="000000"/>
                </a:solidFill>
                <a:latin typeface="+mn-lt"/>
                <a:ea typeface="+mn-ea"/>
              </a:rPr>
              <a:t>, 0 deletions</a:t>
            </a:r>
            <a:r>
              <a:rPr b="0" lang="en-US" sz="1200" spc="-1" strike="noStrike">
                <a:solidFill>
                  <a:schemeClr val="dk1"/>
                </a:solidFill>
                <a:latin typeface="+mn-lt"/>
                <a:ea typeface="+mn-ea"/>
              </a:rPr>
              <a:t>(</a:t>
            </a:r>
            <a:r>
              <a:rPr b="0" lang="en-US" sz="2000" spc="-1" strike="noStrike">
                <a:solidFill>
                  <a:srgbClr val="000000"/>
                </a:solidFill>
                <a:latin typeface="+mn-lt"/>
                <a:ea typeface="+mn-ea"/>
              </a:rPr>
              <a:t>-</a:t>
            </a:r>
            <a:r>
              <a:rPr b="0" lang="en-US" sz="1200" spc="-1" strike="noStrike">
                <a:solidFill>
                  <a:schemeClr val="dk1"/>
                </a:solidFill>
                <a:latin typeface="+mn-lt"/>
                <a:ea typeface="+mn-ea"/>
              </a:rPr>
              <a:t>)</a:t>
            </a:r>
            <a:r>
              <a:rPr b="0" lang="en-US" sz="2000" spc="-1" strike="noStrike">
                <a:solidFill>
                  <a:srgbClr val="000000"/>
                </a:solidFill>
                <a:latin typeface="+mn-lt"/>
                <a:ea typeface="+mn-ea"/>
              </a:rPr>
              <a:t> create mode 100644 README.md </a:t>
            </a:r>
            <a:r>
              <a:rPr b="0" lang="ru-RU" sz="1200" spc="-1" strike="noStrike">
                <a:solidFill>
                  <a:schemeClr val="dk1"/>
                </a:solidFill>
                <a:latin typeface="+mn-lt"/>
                <a:ea typeface="+mn-ea"/>
              </a:rPr>
              <a:t>Проверим статус каталога.</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&gt;</a:t>
            </a:r>
            <a:r>
              <a:rPr b="0" lang="ru-RU" sz="2000" spc="-1" strike="noStrike">
                <a:solidFill>
                  <a:srgbClr val="000000"/>
                </a:solidFill>
                <a:latin typeface="+mn-lt"/>
                <a:ea typeface="+mn-ea"/>
              </a:rPr>
              <a:t> </a:t>
            </a:r>
            <a:r>
              <a:rPr b="0" lang="en-US" sz="2000" spc="-1" strike="noStrike">
                <a:solidFill>
                  <a:srgbClr val="000000"/>
                </a:solidFill>
                <a:latin typeface="+mn-lt"/>
                <a:ea typeface="+mn-ea"/>
              </a:rPr>
              <a:t>git status On branch master nothing to commit, working tree clean </a:t>
            </a:r>
            <a:r>
              <a:rPr b="0" lang="ru-RU" sz="1200" spc="-1" strike="noStrike">
                <a:solidFill>
                  <a:schemeClr val="dk1"/>
                </a:solidFill>
                <a:latin typeface="+mn-lt"/>
                <a:ea typeface="+mn-ea"/>
              </a:rPr>
              <a:t>Как видно с момента последнего коммита никаких изменений в рабочем каталоге не производилось.</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16" name="PlaceHolder 3"/>
          <p:cNvSpPr>
            <a:spLocks noGrp="1"/>
          </p:cNvSpPr>
          <p:nvPr>
            <p:ph type="sldNum" idx="8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AA96DFF-B8EF-4AEF-95FE-0C6BA2CF320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2925720" y="849240"/>
            <a:ext cx="4076280" cy="2293560"/>
          </a:xfrm>
          <a:prstGeom prst="rect">
            <a:avLst/>
          </a:prstGeom>
          <a:ln w="0">
            <a:noFill/>
          </a:ln>
        </p:spPr>
      </p:sp>
      <p:sp>
        <p:nvSpPr>
          <p:cNvPr id="51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pc="-1" strike="noStrike">
                <a:solidFill>
                  <a:srgbClr val="000000"/>
                </a:solidFill>
                <a:latin typeface="Arial"/>
              </a:rPr>
              <a:t>https://github.com/AnnaZva/Test1.git</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Arial"/>
              </a:rPr>
              <a:t>Другой вариант</a:t>
            </a:r>
            <a:r>
              <a:rPr b="0" lang="ru-RU" sz="1200" spc="-1" strike="noStrike">
                <a:solidFill>
                  <a:schemeClr val="dk1"/>
                </a:solidFill>
                <a:latin typeface="+mn-lt"/>
                <a:ea typeface="+mn-ea"/>
              </a:rPr>
              <a:t>, чтобы связать созданный нами локальный репозитарий с удаленным, выполним такую команду:</a:t>
            </a:r>
            <a:endParaRPr b="0" lang="en-US" sz="12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 </a:t>
            </a:r>
            <a:r>
              <a:rPr b="0" lang="en-US" sz="2000" spc="-1" strike="noStrike">
                <a:solidFill>
                  <a:srgbClr val="000000"/>
                </a:solidFill>
                <a:latin typeface="+mn-lt"/>
                <a:ea typeface="+mn-ea"/>
              </a:rPr>
              <a:t>This is only an example</a:t>
            </a:r>
            <a:r>
              <a:rPr b="0" lang="en-US" sz="1200" spc="-1" strike="noStrike">
                <a:solidFill>
                  <a:schemeClr val="dk1"/>
                </a:solidFill>
                <a:latin typeface="+mn-lt"/>
                <a:ea typeface="+mn-ea"/>
              </a:rPr>
              <a:t>.</a:t>
            </a:r>
            <a:r>
              <a:rPr b="0" lang="en-US" sz="2000" spc="-1" strike="noStrike">
                <a:solidFill>
                  <a:srgbClr val="000000"/>
                </a:solidFill>
                <a:latin typeface="+mn-lt"/>
                <a:ea typeface="+mn-ea"/>
              </a:rPr>
              <a:t> Replace the URI with your own repository address</a:t>
            </a:r>
            <a:r>
              <a:rPr b="0" lang="en-US" sz="1200" spc="-1" strike="noStrike">
                <a:solidFill>
                  <a:schemeClr val="dk1"/>
                </a:solidFill>
                <a:latin typeface="+mn-lt"/>
                <a:ea typeface="+mn-ea"/>
              </a:rPr>
              <a:t>.</a:t>
            </a:r>
            <a:r>
              <a:rPr b="0" lang="en-US" sz="2000" spc="-1" strike="noStrike">
                <a:solidFill>
                  <a:srgbClr val="000000"/>
                </a:solidFill>
                <a:latin typeface="+mn-lt"/>
                <a:ea typeface="+mn-ea"/>
              </a:rPr>
              <a:t> </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 </a:t>
            </a:r>
            <a:r>
              <a:rPr b="1" lang="en-US" sz="2000" spc="-1" strike="noStrike">
                <a:solidFill>
                  <a:srgbClr val="000000"/>
                </a:solidFill>
                <a:latin typeface="+mn-lt"/>
                <a:ea typeface="+mn-ea"/>
              </a:rPr>
              <a:t>git remote add origin https</a:t>
            </a:r>
            <a:r>
              <a:rPr b="1" lang="en-US" sz="1200" spc="-1" strike="noStrike">
                <a:solidFill>
                  <a:schemeClr val="dk1"/>
                </a:solidFill>
                <a:latin typeface="+mn-lt"/>
                <a:ea typeface="+mn-ea"/>
              </a:rPr>
              <a:t>://</a:t>
            </a:r>
            <a:r>
              <a:rPr b="1" lang="en-US" sz="2000" spc="-1" strike="noStrike">
                <a:solidFill>
                  <a:srgbClr val="000000"/>
                </a:solidFill>
                <a:latin typeface="+mn-lt"/>
                <a:ea typeface="+mn-ea"/>
              </a:rPr>
              <a:t>github</a:t>
            </a:r>
            <a:r>
              <a:rPr b="1" lang="en-US" sz="1200" spc="-1" strike="noStrike">
                <a:solidFill>
                  <a:schemeClr val="dk1"/>
                </a:solidFill>
                <a:latin typeface="+mn-lt"/>
                <a:ea typeface="+mn-ea"/>
              </a:rPr>
              <a:t>.</a:t>
            </a:r>
            <a:r>
              <a:rPr b="1" lang="en-US" sz="2000" spc="-1" strike="noStrike">
                <a:solidFill>
                  <a:srgbClr val="000000"/>
                </a:solidFill>
                <a:latin typeface="+mn-lt"/>
                <a:ea typeface="+mn-ea"/>
              </a:rPr>
              <a:t>com</a:t>
            </a:r>
            <a:r>
              <a:rPr b="1" lang="en-US" sz="1200" spc="-1" strike="noStrike">
                <a:solidFill>
                  <a:schemeClr val="dk1"/>
                </a:solidFill>
                <a:latin typeface="+mn-lt"/>
                <a:ea typeface="+mn-ea"/>
              </a:rPr>
              <a:t>/</a:t>
            </a:r>
            <a:r>
              <a:rPr b="1" lang="en-US" sz="2000" spc="-1" strike="noStrike">
                <a:solidFill>
                  <a:srgbClr val="000000"/>
                </a:solidFill>
                <a:latin typeface="+mn-lt"/>
                <a:ea typeface="+mn-ea"/>
              </a:rPr>
              <a:t>tutorialzine</a:t>
            </a:r>
            <a:r>
              <a:rPr b="1" lang="en-US" sz="1200" spc="-1" strike="noStrike">
                <a:solidFill>
                  <a:schemeClr val="dk1"/>
                </a:solidFill>
                <a:latin typeface="+mn-lt"/>
                <a:ea typeface="+mn-ea"/>
              </a:rPr>
              <a:t>/</a:t>
            </a:r>
            <a:r>
              <a:rPr b="1" lang="en-US" sz="2000" spc="-1" strike="noStrike">
                <a:solidFill>
                  <a:srgbClr val="000000"/>
                </a:solidFill>
                <a:latin typeface="+mn-lt"/>
                <a:ea typeface="+mn-ea"/>
              </a:rPr>
              <a:t>awesome</a:t>
            </a:r>
            <a:r>
              <a:rPr b="1" lang="en-US" sz="1200" spc="-1" strike="noStrike">
                <a:solidFill>
                  <a:schemeClr val="dk1"/>
                </a:solidFill>
                <a:latin typeface="+mn-lt"/>
                <a:ea typeface="+mn-ea"/>
              </a:rPr>
              <a:t>-</a:t>
            </a:r>
            <a:r>
              <a:rPr b="1" lang="en-US" sz="2000" spc="-1" strike="noStrike">
                <a:solidFill>
                  <a:srgbClr val="000000"/>
                </a:solidFill>
                <a:latin typeface="+mn-lt"/>
                <a:ea typeface="+mn-ea"/>
              </a:rPr>
              <a:t>project</a:t>
            </a:r>
            <a:r>
              <a:rPr b="1" lang="en-US" sz="1200" spc="-1" strike="noStrike">
                <a:solidFill>
                  <a:schemeClr val="dk1"/>
                </a:solidFill>
                <a:latin typeface="+mn-lt"/>
                <a:ea typeface="+mn-ea"/>
              </a:rPr>
              <a:t>.</a:t>
            </a:r>
            <a:r>
              <a:rPr b="1" lang="en-US" sz="2000" spc="-1" strike="noStrike">
                <a:solidFill>
                  <a:srgbClr val="000000"/>
                </a:solidFill>
                <a:latin typeface="+mn-lt"/>
                <a:ea typeface="+mn-ea"/>
              </a:rPr>
              <a:t>git</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p:txBody>
      </p:sp>
      <p:sp>
        <p:nvSpPr>
          <p:cNvPr id="519" name="PlaceHolder 3"/>
          <p:cNvSpPr>
            <a:spLocks noGrp="1"/>
          </p:cNvSpPr>
          <p:nvPr>
            <p:ph type="sldNum" idx="8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39C8892-4D26-4B3D-87AA-C83E1CB7D87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2925720" y="849240"/>
            <a:ext cx="4076280" cy="2293560"/>
          </a:xfrm>
          <a:prstGeom prst="rect">
            <a:avLst/>
          </a:prstGeom>
          <a:ln w="0">
            <a:noFill/>
          </a:ln>
        </p:spPr>
      </p:sp>
      <p:sp>
        <p:nvSpPr>
          <p:cNvPr id="521"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мы посмотрим на список коммитов, которые были отправлены в репозиторий, то увидим, что он пустой – это правильно, т.к. мы пока только создали репозиторий и ничего ещё туда не отправляли.</a:t>
            </a: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en-US" sz="2000" spc="-1" strike="noStrike">
                <a:solidFill>
                  <a:srgbClr val="000000"/>
                </a:solidFill>
                <a:latin typeface="+mn-lt"/>
                <a:ea typeface="+mn-ea"/>
              </a:rPr>
              <a:t>git log </a:t>
            </a:r>
            <a:endParaRPr b="0" lang="en-US" sz="20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en-US" sz="2000" spc="-1" strike="noStrike">
                <a:solidFill>
                  <a:srgbClr val="000000"/>
                </a:solidFill>
                <a:latin typeface="+mn-lt"/>
                <a:ea typeface="+mn-ea"/>
              </a:rPr>
              <a:t>fatal: your current branch 'master' does not have any commits yet </a:t>
            </a:r>
            <a:endParaRPr b="0" lang="en-US" sz="20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ru-RU" sz="1200" spc="-1" strike="noStrike">
                <a:solidFill>
                  <a:schemeClr val="dk1"/>
                </a:solidFill>
                <a:latin typeface="+mn-lt"/>
                <a:ea typeface="+mn-ea"/>
              </a:rPr>
              <a:t>Для просмотра состояния рабочего каталога воспользуемся командой </a:t>
            </a:r>
            <a:r>
              <a:rPr b="0" i="1" lang="en-US" sz="1200" spc="-1" strike="noStrike">
                <a:solidFill>
                  <a:schemeClr val="dk1"/>
                </a:solidFill>
                <a:latin typeface="+mn-lt"/>
                <a:ea typeface="+mn-ea"/>
              </a:rPr>
              <a:t>git status</a:t>
            </a:r>
            <a:r>
              <a:rPr b="0" lang="en-US" sz="1200" spc="-1" strike="noStrike">
                <a:solidFill>
                  <a:schemeClr val="dk1"/>
                </a:solidFill>
                <a:latin typeface="+mn-lt"/>
                <a:ea typeface="+mn-ea"/>
              </a:rPr>
              <a:t>.</a:t>
            </a: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en-US" sz="2000" spc="-1" strike="noStrike">
                <a:solidFill>
                  <a:srgbClr val="000000"/>
                </a:solidFill>
                <a:latin typeface="+mn-lt"/>
                <a:ea typeface="+mn-ea"/>
              </a:rPr>
              <a:t>git status </a:t>
            </a:r>
            <a:endParaRPr b="0" lang="en-US" sz="20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en-US" sz="2000" spc="-1" strike="noStrike">
                <a:solidFill>
                  <a:srgbClr val="000000"/>
                </a:solidFill>
                <a:latin typeface="+mn-lt"/>
                <a:ea typeface="+mn-ea"/>
              </a:rPr>
              <a:t>On branch master Initial commit nothing to commit </a:t>
            </a:r>
            <a:r>
              <a:rPr b="0" lang="en-US" sz="1200" spc="-1" strike="noStrike">
                <a:solidFill>
                  <a:schemeClr val="dk1"/>
                </a:solidFill>
                <a:latin typeface="+mn-lt"/>
                <a:ea typeface="+mn-ea"/>
              </a:rPr>
              <a:t>(</a:t>
            </a:r>
            <a:r>
              <a:rPr b="0" lang="en-US" sz="2000" spc="-1" strike="noStrike">
                <a:solidFill>
                  <a:srgbClr val="000000"/>
                </a:solidFill>
                <a:latin typeface="+mn-lt"/>
                <a:ea typeface="+mn-ea"/>
              </a:rPr>
              <a:t>create/copy files and use "git add" to track</a:t>
            </a:r>
            <a:r>
              <a:rPr b="0" lang="en-US" sz="1200" spc="-1" strike="noStrike">
                <a:solidFill>
                  <a:schemeClr val="dk1"/>
                </a:solidFill>
                <a:latin typeface="+mn-lt"/>
                <a:ea typeface="+mn-ea"/>
              </a:rPr>
              <a:t>)</a:t>
            </a:r>
            <a:r>
              <a:rPr b="0" lang="en-US" sz="2000" spc="-1" strike="noStrike">
                <a:solidFill>
                  <a:srgbClr val="000000"/>
                </a:solidFill>
                <a:latin typeface="+mn-lt"/>
                <a:ea typeface="+mn-ea"/>
              </a:rPr>
              <a:t> </a:t>
            </a:r>
            <a:endParaRPr b="0" lang="en-US" sz="20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ru-RU" sz="1200" spc="-1" strike="noStrike">
                <a:solidFill>
                  <a:schemeClr val="dk1"/>
                </a:solidFill>
                <a:latin typeface="+mn-lt"/>
                <a:ea typeface="+mn-ea"/>
              </a:rPr>
              <a:t>Создадим в нашем каталоге пустой файл.</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&gt;</a:t>
            </a:r>
            <a:r>
              <a:rPr b="0" lang="ru-RU" sz="2000" spc="-1" strike="noStrike">
                <a:solidFill>
                  <a:srgbClr val="000000"/>
                </a:solidFill>
                <a:latin typeface="+mn-lt"/>
                <a:ea typeface="+mn-ea"/>
              </a:rPr>
              <a:t> </a:t>
            </a:r>
            <a:r>
              <a:rPr b="0" lang="en-US" sz="2000" spc="-1" strike="noStrike">
                <a:solidFill>
                  <a:srgbClr val="000000"/>
                </a:solidFill>
                <a:latin typeface="+mn-lt"/>
                <a:ea typeface="+mn-ea"/>
              </a:rPr>
              <a:t>touch README.md </a:t>
            </a:r>
            <a:r>
              <a:rPr b="0" lang="ru-RU" sz="1200" spc="-1" strike="noStrike">
                <a:solidFill>
                  <a:schemeClr val="dk1"/>
                </a:solidFill>
                <a:latin typeface="+mn-lt"/>
                <a:ea typeface="+mn-ea"/>
              </a:rPr>
              <a:t>Теперь, если мы выполним команду</a:t>
            </a:r>
            <a:r>
              <a:rPr b="0" i="1" lang="ru-RU" sz="1200" spc="-1" strike="noStrike">
                <a:solidFill>
                  <a:schemeClr val="dk1"/>
                </a:solidFill>
                <a:latin typeface="+mn-lt"/>
                <a:ea typeface="+mn-ea"/>
              </a:rPr>
              <a:t> </a:t>
            </a:r>
            <a:r>
              <a:rPr b="0" i="1" lang="en-US" sz="1200" spc="-1" strike="noStrike">
                <a:solidFill>
                  <a:schemeClr val="dk1"/>
                </a:solidFill>
                <a:latin typeface="+mn-lt"/>
                <a:ea typeface="+mn-ea"/>
              </a:rPr>
              <a:t>git status</a:t>
            </a:r>
            <a:r>
              <a:rPr b="0" lang="en-US" sz="1200" spc="-1" strike="noStrike">
                <a:solidFill>
                  <a:schemeClr val="dk1"/>
                </a:solidFill>
                <a:latin typeface="+mn-lt"/>
                <a:ea typeface="+mn-ea"/>
              </a:rPr>
              <a:t>, </a:t>
            </a:r>
            <a:r>
              <a:rPr b="0" lang="ru-RU" sz="1200" spc="-1" strike="noStrike">
                <a:solidFill>
                  <a:schemeClr val="dk1"/>
                </a:solidFill>
                <a:latin typeface="+mn-lt"/>
                <a:ea typeface="+mn-ea"/>
              </a:rPr>
              <a:t>то увидим, что в нашем каталоге появился один неотслеживаемый файл: </a:t>
            </a:r>
            <a:r>
              <a:rPr b="0" i="1" lang="en-US" sz="1200" spc="-1" strike="noStrike">
                <a:solidFill>
                  <a:schemeClr val="dk1"/>
                </a:solidFill>
                <a:latin typeface="+mn-lt"/>
                <a:ea typeface="+mn-ea"/>
              </a:rPr>
              <a:t>README.md</a:t>
            </a:r>
            <a:r>
              <a:rPr b="0" lang="en-US"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22" name="PlaceHolder 3"/>
          <p:cNvSpPr>
            <a:spLocks noGrp="1"/>
          </p:cNvSpPr>
          <p:nvPr>
            <p:ph type="sldNum" idx="90"/>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1E0A818-8992-45A9-B74C-A6EDC1386F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2925720" y="849240"/>
            <a:ext cx="4076280" cy="2293560"/>
          </a:xfrm>
          <a:prstGeom prst="rect">
            <a:avLst/>
          </a:prstGeom>
          <a:ln w="0">
            <a:noFill/>
          </a:ln>
        </p:spPr>
      </p:sp>
      <p:sp>
        <p:nvSpPr>
          <p:cNvPr id="524"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r>
              <a:rPr b="0" lang="ru-RU" sz="1200" spc="-1" strike="noStrike">
                <a:solidFill>
                  <a:schemeClr val="dk1"/>
                </a:solidFill>
                <a:latin typeface="+mn-lt"/>
                <a:ea typeface="+mn-ea"/>
              </a:rPr>
              <a:t> репозиторий создать на локальном компе (по умолчанию создастся в </a:t>
            </a:r>
            <a:r>
              <a:rPr b="0" lang="en-US" sz="1200" spc="-1" strike="noStrike">
                <a:solidFill>
                  <a:schemeClr val="dk1"/>
                </a:solidFill>
                <a:latin typeface="+mn-lt"/>
                <a:ea typeface="+mn-ea"/>
              </a:rPr>
              <a:t> C:/Users/ANNA/repo_test/.git/</a:t>
            </a:r>
            <a:r>
              <a:rPr b="0" lang="ru-RU" sz="1200" spc="-1" strike="noStrike">
                <a:solidFill>
                  <a:schemeClr val="dk1"/>
                </a:solidFill>
                <a:latin typeface="+mn-lt"/>
                <a:ea typeface="+mn-ea"/>
              </a:rPr>
              <a:t>, но можно перейти в другую папку и диск)</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Теперь, когда у нас в локальном репозитарии создан коммит и мы подключились к удаленному, можем отправить его на сервер. Мы это будем делать каждый раз, когда хотим обновить данные в удаленном репозитарии.</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Отправка коммита осуществляется с помощью команды push, которая имеет два параметра - имя удаленного репозитория (в нашем случае origin) и ветку, в которую необходимо внести изменения (master — это ветка по умолчанию для всех репозиториев).</a:t>
            </a:r>
            <a:endParaRPr b="0" lang="en-US" sz="12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 git push origin master Counting objects</a:t>
            </a:r>
            <a:r>
              <a:rPr b="0" lang="ru-RU" sz="1200" spc="-1" strike="noStrike">
                <a:solidFill>
                  <a:schemeClr val="dk1"/>
                </a:solidFill>
                <a:latin typeface="+mn-lt"/>
                <a:ea typeface="+mn-ea"/>
              </a:rPr>
              <a:t>:</a:t>
            </a:r>
            <a:r>
              <a:rPr b="0" lang="ru-RU" sz="2000" spc="-1" strike="noStrike">
                <a:solidFill>
                  <a:srgbClr val="000000"/>
                </a:solidFill>
                <a:latin typeface="+mn-lt"/>
                <a:ea typeface="+mn-ea"/>
              </a:rPr>
              <a:t> </a:t>
            </a:r>
            <a:r>
              <a:rPr b="0" lang="ru-RU" sz="1200" spc="-1" strike="noStrike">
                <a:solidFill>
                  <a:schemeClr val="dk1"/>
                </a:solidFill>
                <a:latin typeface="+mn-lt"/>
                <a:ea typeface="+mn-ea"/>
              </a:rPr>
              <a:t>3,</a:t>
            </a:r>
            <a:r>
              <a:rPr b="0" lang="ru-RU" sz="2000" spc="-1" strike="noStrike">
                <a:solidFill>
                  <a:srgbClr val="000000"/>
                </a:solidFill>
                <a:latin typeface="+mn-lt"/>
                <a:ea typeface="+mn-ea"/>
              </a:rPr>
              <a:t> done</a:t>
            </a:r>
            <a:r>
              <a:rPr b="0" lang="ru-RU" sz="1200" spc="-1" strike="noStrike">
                <a:solidFill>
                  <a:schemeClr val="dk1"/>
                </a:solidFill>
                <a:latin typeface="+mn-lt"/>
                <a:ea typeface="+mn-ea"/>
              </a:rPr>
              <a:t>.</a:t>
            </a:r>
            <a:r>
              <a:rPr b="0" lang="ru-RU" sz="2000" spc="-1" strike="noStrike">
                <a:solidFill>
                  <a:srgbClr val="000000"/>
                </a:solidFill>
                <a:latin typeface="+mn-lt"/>
                <a:ea typeface="+mn-ea"/>
              </a:rPr>
              <a:t> Writing objects</a:t>
            </a:r>
            <a:r>
              <a:rPr b="0" lang="ru-RU" sz="1200" spc="-1" strike="noStrike">
                <a:solidFill>
                  <a:schemeClr val="dk1"/>
                </a:solidFill>
                <a:latin typeface="+mn-lt"/>
                <a:ea typeface="+mn-ea"/>
              </a:rPr>
              <a:t>:</a:t>
            </a:r>
            <a:r>
              <a:rPr b="0" lang="ru-RU" sz="2000" spc="-1" strike="noStrike">
                <a:solidFill>
                  <a:srgbClr val="000000"/>
                </a:solidFill>
                <a:latin typeface="+mn-lt"/>
                <a:ea typeface="+mn-ea"/>
              </a:rPr>
              <a:t> </a:t>
            </a:r>
            <a:r>
              <a:rPr b="0" lang="ru-RU" sz="1200" spc="-1" strike="noStrike">
                <a:solidFill>
                  <a:schemeClr val="dk1"/>
                </a:solidFill>
                <a:latin typeface="+mn-lt"/>
                <a:ea typeface="+mn-ea"/>
              </a:rPr>
              <a:t>100%</a:t>
            </a:r>
            <a:r>
              <a:rPr b="0" lang="ru-RU" sz="2000" spc="-1" strike="noStrike">
                <a:solidFill>
                  <a:srgbClr val="000000"/>
                </a:solidFill>
                <a:latin typeface="+mn-lt"/>
                <a:ea typeface="+mn-ea"/>
              </a:rPr>
              <a:t> </a:t>
            </a:r>
            <a:r>
              <a:rPr b="0" lang="ru-RU" sz="1200" spc="-1" strike="noStrike">
                <a:solidFill>
                  <a:schemeClr val="dk1"/>
                </a:solidFill>
                <a:latin typeface="+mn-lt"/>
                <a:ea typeface="+mn-ea"/>
              </a:rPr>
              <a:t>(3/3),</a:t>
            </a:r>
            <a:r>
              <a:rPr b="0" lang="ru-RU" sz="2000" spc="-1" strike="noStrike">
                <a:solidFill>
                  <a:srgbClr val="000000"/>
                </a:solidFill>
                <a:latin typeface="+mn-lt"/>
                <a:ea typeface="+mn-ea"/>
              </a:rPr>
              <a:t> </a:t>
            </a:r>
            <a:r>
              <a:rPr b="0" lang="ru-RU" sz="1200" spc="-1" strike="noStrike">
                <a:solidFill>
                  <a:schemeClr val="dk1"/>
                </a:solidFill>
                <a:latin typeface="+mn-lt"/>
                <a:ea typeface="+mn-ea"/>
              </a:rPr>
              <a:t>212</a:t>
            </a:r>
            <a:r>
              <a:rPr b="0" lang="ru-RU" sz="2000" spc="-1" strike="noStrike">
                <a:solidFill>
                  <a:srgbClr val="000000"/>
                </a:solidFill>
                <a:latin typeface="+mn-lt"/>
                <a:ea typeface="+mn-ea"/>
              </a:rPr>
              <a:t> bytes </a:t>
            </a:r>
            <a:r>
              <a:rPr b="0" lang="ru-RU" sz="1200" spc="-1" strike="noStrike">
                <a:solidFill>
                  <a:schemeClr val="dk1"/>
                </a:solidFill>
                <a:latin typeface="+mn-lt"/>
                <a:ea typeface="+mn-ea"/>
              </a:rPr>
              <a:t>|</a:t>
            </a:r>
            <a:r>
              <a:rPr b="0" lang="ru-RU" sz="2000" spc="-1" strike="noStrike">
                <a:solidFill>
                  <a:srgbClr val="000000"/>
                </a:solidFill>
                <a:latin typeface="+mn-lt"/>
                <a:ea typeface="+mn-ea"/>
              </a:rPr>
              <a:t> </a:t>
            </a:r>
            <a:r>
              <a:rPr b="0" lang="ru-RU" sz="1200" spc="-1" strike="noStrike">
                <a:solidFill>
                  <a:schemeClr val="dk1"/>
                </a:solidFill>
                <a:latin typeface="+mn-lt"/>
                <a:ea typeface="+mn-ea"/>
              </a:rPr>
              <a:t>0</a:t>
            </a:r>
            <a:r>
              <a:rPr b="0" lang="ru-RU" sz="2000" spc="-1" strike="noStrike">
                <a:solidFill>
                  <a:srgbClr val="000000"/>
                </a:solidFill>
                <a:latin typeface="+mn-lt"/>
                <a:ea typeface="+mn-ea"/>
              </a:rPr>
              <a:t> bytes</a:t>
            </a:r>
            <a:r>
              <a:rPr b="0" lang="ru-RU" sz="1200" spc="-1" strike="noStrike">
                <a:solidFill>
                  <a:schemeClr val="dk1"/>
                </a:solidFill>
                <a:latin typeface="+mn-lt"/>
                <a:ea typeface="+mn-ea"/>
              </a:rPr>
              <a:t>/</a:t>
            </a:r>
            <a:r>
              <a:rPr b="0" lang="ru-RU" sz="2000" spc="-1" strike="noStrike">
                <a:solidFill>
                  <a:srgbClr val="000000"/>
                </a:solidFill>
                <a:latin typeface="+mn-lt"/>
                <a:ea typeface="+mn-ea"/>
              </a:rPr>
              <a:t>s</a:t>
            </a:r>
            <a:r>
              <a:rPr b="0" lang="ru-RU" sz="1200" spc="-1" strike="noStrike">
                <a:solidFill>
                  <a:schemeClr val="dk1"/>
                </a:solidFill>
                <a:latin typeface="+mn-lt"/>
                <a:ea typeface="+mn-ea"/>
              </a:rPr>
              <a:t>,</a:t>
            </a:r>
            <a:r>
              <a:rPr b="0" lang="ru-RU" sz="2000" spc="-1" strike="noStrike">
                <a:solidFill>
                  <a:srgbClr val="000000"/>
                </a:solidFill>
                <a:latin typeface="+mn-lt"/>
                <a:ea typeface="+mn-ea"/>
              </a:rPr>
              <a:t> done</a:t>
            </a:r>
            <a:r>
              <a:rPr b="0" lang="ru-RU" sz="1200" spc="-1" strike="noStrike">
                <a:solidFill>
                  <a:schemeClr val="dk1"/>
                </a:solidFill>
                <a:latin typeface="+mn-lt"/>
                <a:ea typeface="+mn-ea"/>
              </a:rPr>
              <a:t>.</a:t>
            </a:r>
            <a:r>
              <a:rPr b="0" lang="ru-RU" sz="2000" spc="-1" strike="noStrike">
                <a:solidFill>
                  <a:srgbClr val="000000"/>
                </a:solidFill>
                <a:latin typeface="+mn-lt"/>
                <a:ea typeface="+mn-ea"/>
              </a:rPr>
              <a:t> Total </a:t>
            </a:r>
            <a:r>
              <a:rPr b="0" lang="ru-RU" sz="1200" spc="-1" strike="noStrike">
                <a:solidFill>
                  <a:schemeClr val="dk1"/>
                </a:solidFill>
                <a:latin typeface="+mn-lt"/>
                <a:ea typeface="+mn-ea"/>
              </a:rPr>
              <a:t>3</a:t>
            </a:r>
            <a:r>
              <a:rPr b="0" lang="ru-RU" sz="2000" spc="-1" strike="noStrike">
                <a:solidFill>
                  <a:srgbClr val="000000"/>
                </a:solidFill>
                <a:latin typeface="+mn-lt"/>
                <a:ea typeface="+mn-ea"/>
              </a:rPr>
              <a:t> </a:t>
            </a:r>
            <a:r>
              <a:rPr b="0" lang="ru-RU" sz="1200" spc="-1" strike="noStrike">
                <a:solidFill>
                  <a:schemeClr val="dk1"/>
                </a:solidFill>
                <a:latin typeface="+mn-lt"/>
                <a:ea typeface="+mn-ea"/>
              </a:rPr>
              <a:t>(</a:t>
            </a:r>
            <a:r>
              <a:rPr b="0" lang="ru-RU" sz="2000" spc="-1" strike="noStrike">
                <a:solidFill>
                  <a:srgbClr val="000000"/>
                </a:solidFill>
                <a:latin typeface="+mn-lt"/>
                <a:ea typeface="+mn-ea"/>
              </a:rPr>
              <a:t>delta </a:t>
            </a:r>
            <a:r>
              <a:rPr b="0" lang="ru-RU" sz="1200" spc="-1" strike="noStrike">
                <a:solidFill>
                  <a:schemeClr val="dk1"/>
                </a:solidFill>
                <a:latin typeface="+mn-lt"/>
                <a:ea typeface="+mn-ea"/>
              </a:rPr>
              <a:t>0),</a:t>
            </a:r>
            <a:r>
              <a:rPr b="0" lang="ru-RU" sz="2000" spc="-1" strike="noStrike">
                <a:solidFill>
                  <a:srgbClr val="000000"/>
                </a:solidFill>
                <a:latin typeface="+mn-lt"/>
                <a:ea typeface="+mn-ea"/>
              </a:rPr>
              <a:t> reused </a:t>
            </a:r>
            <a:r>
              <a:rPr b="0" lang="ru-RU" sz="1200" spc="-1" strike="noStrike">
                <a:solidFill>
                  <a:schemeClr val="dk1"/>
                </a:solidFill>
                <a:latin typeface="+mn-lt"/>
                <a:ea typeface="+mn-ea"/>
              </a:rPr>
              <a:t>0</a:t>
            </a:r>
            <a:r>
              <a:rPr b="0" lang="ru-RU" sz="2000" spc="-1" strike="noStrike">
                <a:solidFill>
                  <a:srgbClr val="000000"/>
                </a:solidFill>
                <a:latin typeface="+mn-lt"/>
                <a:ea typeface="+mn-ea"/>
              </a:rPr>
              <a:t> </a:t>
            </a:r>
            <a:r>
              <a:rPr b="0" lang="ru-RU" sz="1200" spc="-1" strike="noStrike">
                <a:solidFill>
                  <a:schemeClr val="dk1"/>
                </a:solidFill>
                <a:latin typeface="+mn-lt"/>
                <a:ea typeface="+mn-ea"/>
              </a:rPr>
              <a:t>(</a:t>
            </a:r>
            <a:r>
              <a:rPr b="0" lang="ru-RU" sz="2000" spc="-1" strike="noStrike">
                <a:solidFill>
                  <a:srgbClr val="000000"/>
                </a:solidFill>
                <a:latin typeface="+mn-lt"/>
                <a:ea typeface="+mn-ea"/>
              </a:rPr>
              <a:t>delta </a:t>
            </a:r>
            <a:r>
              <a:rPr b="0" lang="ru-RU" sz="1200" spc="-1" strike="noStrike">
                <a:solidFill>
                  <a:schemeClr val="dk1"/>
                </a:solidFill>
                <a:latin typeface="+mn-lt"/>
                <a:ea typeface="+mn-ea"/>
              </a:rPr>
              <a:t>0)</a:t>
            </a:r>
            <a:r>
              <a:rPr b="0" lang="ru-RU" sz="2000" spc="-1" strike="noStrike">
                <a:solidFill>
                  <a:srgbClr val="000000"/>
                </a:solidFill>
                <a:latin typeface="+mn-lt"/>
                <a:ea typeface="+mn-ea"/>
              </a:rPr>
              <a:t> To https</a:t>
            </a:r>
            <a:r>
              <a:rPr b="0" lang="ru-RU" sz="1200" spc="-1" strike="noStrike">
                <a:solidFill>
                  <a:schemeClr val="dk1"/>
                </a:solidFill>
                <a:latin typeface="+mn-lt"/>
                <a:ea typeface="+mn-ea"/>
              </a:rPr>
              <a:t>://</a:t>
            </a:r>
            <a:r>
              <a:rPr b="0" lang="ru-RU" sz="2000" spc="-1" strike="noStrike">
                <a:solidFill>
                  <a:srgbClr val="000000"/>
                </a:solidFill>
                <a:latin typeface="+mn-lt"/>
                <a:ea typeface="+mn-ea"/>
              </a:rPr>
              <a:t>github</a:t>
            </a:r>
            <a:r>
              <a:rPr b="0" lang="ru-RU" sz="1200" spc="-1" strike="noStrike">
                <a:solidFill>
                  <a:schemeClr val="dk1"/>
                </a:solidFill>
                <a:latin typeface="+mn-lt"/>
                <a:ea typeface="+mn-ea"/>
              </a:rPr>
              <a:t>.</a:t>
            </a:r>
            <a:r>
              <a:rPr b="0" lang="ru-RU" sz="2000" spc="-1" strike="noStrike">
                <a:solidFill>
                  <a:srgbClr val="000000"/>
                </a:solidFill>
                <a:latin typeface="+mn-lt"/>
                <a:ea typeface="+mn-ea"/>
              </a:rPr>
              <a:t>com</a:t>
            </a:r>
            <a:r>
              <a:rPr b="0" lang="ru-RU" sz="1200" spc="-1" strike="noStrike">
                <a:solidFill>
                  <a:schemeClr val="dk1"/>
                </a:solidFill>
                <a:latin typeface="+mn-lt"/>
                <a:ea typeface="+mn-ea"/>
              </a:rPr>
              <a:t>/</a:t>
            </a:r>
            <a:r>
              <a:rPr b="0" lang="ru-RU" sz="2000" spc="-1" strike="noStrike">
                <a:solidFill>
                  <a:srgbClr val="000000"/>
                </a:solidFill>
                <a:latin typeface="+mn-lt"/>
                <a:ea typeface="+mn-ea"/>
              </a:rPr>
              <a:t>tutorialzine</a:t>
            </a:r>
            <a:r>
              <a:rPr b="0" lang="ru-RU" sz="1200" spc="-1" strike="noStrike">
                <a:solidFill>
                  <a:schemeClr val="dk1"/>
                </a:solidFill>
                <a:latin typeface="+mn-lt"/>
                <a:ea typeface="+mn-ea"/>
              </a:rPr>
              <a:t>/</a:t>
            </a:r>
            <a:r>
              <a:rPr b="0" lang="ru-RU" sz="2000" spc="-1" strike="noStrike">
                <a:solidFill>
                  <a:srgbClr val="000000"/>
                </a:solidFill>
                <a:latin typeface="+mn-lt"/>
                <a:ea typeface="+mn-ea"/>
              </a:rPr>
              <a:t>awesome</a:t>
            </a:r>
            <a:r>
              <a:rPr b="0" lang="ru-RU" sz="1200" spc="-1" strike="noStrike">
                <a:solidFill>
                  <a:schemeClr val="dk1"/>
                </a:solidFill>
                <a:latin typeface="+mn-lt"/>
                <a:ea typeface="+mn-ea"/>
              </a:rPr>
              <a:t>-</a:t>
            </a:r>
            <a:r>
              <a:rPr b="0" lang="ru-RU" sz="2000" spc="-1" strike="noStrike">
                <a:solidFill>
                  <a:srgbClr val="000000"/>
                </a:solidFill>
                <a:latin typeface="+mn-lt"/>
                <a:ea typeface="+mn-ea"/>
              </a:rPr>
              <a:t>project</a:t>
            </a:r>
            <a:r>
              <a:rPr b="0" lang="ru-RU" sz="1200" spc="-1" strike="noStrike">
                <a:solidFill>
                  <a:schemeClr val="dk1"/>
                </a:solidFill>
                <a:latin typeface="+mn-lt"/>
                <a:ea typeface="+mn-ea"/>
              </a:rPr>
              <a:t>.</a:t>
            </a:r>
            <a:r>
              <a:rPr b="0" lang="ru-RU" sz="2000" spc="-1" strike="noStrike">
                <a:solidFill>
                  <a:srgbClr val="000000"/>
                </a:solidFill>
                <a:latin typeface="+mn-lt"/>
                <a:ea typeface="+mn-ea"/>
              </a:rPr>
              <a:t>git </a:t>
            </a:r>
            <a:r>
              <a:rPr b="0" lang="ru-RU" sz="1200" spc="-1" strike="noStrike">
                <a:solidFill>
                  <a:schemeClr val="dk1"/>
                </a:solidFill>
                <a:latin typeface="+mn-lt"/>
                <a:ea typeface="+mn-ea"/>
              </a:rPr>
              <a:t>*</a:t>
            </a:r>
            <a:r>
              <a:rPr b="0" lang="ru-RU" sz="2000" spc="-1" strike="noStrike">
                <a:solidFill>
                  <a:srgbClr val="000000"/>
                </a:solidFill>
                <a:latin typeface="+mn-lt"/>
                <a:ea typeface="+mn-ea"/>
              </a:rPr>
              <a:t> </a:t>
            </a:r>
            <a:r>
              <a:rPr b="0" lang="ru-RU" sz="1200" spc="-1" strike="noStrike">
                <a:solidFill>
                  <a:schemeClr val="dk1"/>
                </a:solidFill>
                <a:latin typeface="+mn-lt"/>
                <a:ea typeface="+mn-ea"/>
              </a:rPr>
              <a:t>[new</a:t>
            </a:r>
            <a:r>
              <a:rPr b="0" lang="ru-RU" sz="2000" spc="-1" strike="noStrike">
                <a:solidFill>
                  <a:srgbClr val="000000"/>
                </a:solidFill>
                <a:latin typeface="+mn-lt"/>
                <a:ea typeface="+mn-ea"/>
              </a:rPr>
              <a:t> branch</a:t>
            </a:r>
            <a:r>
              <a:rPr b="0" lang="ru-RU" sz="1200" spc="-1" strike="noStrike">
                <a:solidFill>
                  <a:schemeClr val="dk1"/>
                </a:solidFill>
                <a:latin typeface="+mn-lt"/>
                <a:ea typeface="+mn-ea"/>
              </a:rPr>
              <a:t>]</a:t>
            </a:r>
            <a:r>
              <a:rPr b="0" lang="ru-RU" sz="2000" spc="-1" strike="noStrike">
                <a:solidFill>
                  <a:srgbClr val="000000"/>
                </a:solidFill>
                <a:latin typeface="+mn-lt"/>
                <a:ea typeface="+mn-ea"/>
              </a:rPr>
              <a:t> master </a:t>
            </a:r>
            <a:r>
              <a:rPr b="0" lang="ru-RU" sz="1200" spc="-1" strike="noStrike">
                <a:solidFill>
                  <a:schemeClr val="dk1"/>
                </a:solidFill>
                <a:latin typeface="+mn-lt"/>
                <a:ea typeface="+mn-ea"/>
              </a:rPr>
              <a:t>-&gt;</a:t>
            </a:r>
            <a:r>
              <a:rPr b="0" lang="ru-RU" sz="2000" spc="-1" strike="noStrike">
                <a:solidFill>
                  <a:srgbClr val="000000"/>
                </a:solidFill>
                <a:latin typeface="+mn-lt"/>
                <a:ea typeface="+mn-ea"/>
              </a:rPr>
              <a:t> master</a:t>
            </a:r>
            <a:br>
              <a:rPr sz="1200"/>
            </a:br>
            <a:endParaRPr b="0" lang="en-US" sz="20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мы все сделали правильно, то отправленный файл hello.txt на удаленном сервере мы можем увидеть с помощью браузера. Важный момент – некоторые сервисы для отправки изменений могут требовать дополнительной аутентификации.</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Как клонировать удаленный репозитарий?</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Если у других пользователей возникла необходимость клонировать удаленный репозитарий, они могут получить полностью работоспособную копию на своем компьютере при помощи команды clone    - адрес удаленного репозитория тот, с которого клонируем:</a:t>
            </a:r>
            <a:endParaRPr b="0" lang="en-US" sz="12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 git clone https</a:t>
            </a:r>
            <a:r>
              <a:rPr b="0" lang="ru-RU" sz="1200" spc="-1" strike="noStrike">
                <a:solidFill>
                  <a:schemeClr val="dk1"/>
                </a:solidFill>
                <a:latin typeface="+mn-lt"/>
                <a:ea typeface="+mn-ea"/>
              </a:rPr>
              <a:t>://</a:t>
            </a:r>
            <a:r>
              <a:rPr b="0" lang="ru-RU" sz="2000" spc="-1" strike="noStrike">
                <a:solidFill>
                  <a:srgbClr val="000000"/>
                </a:solidFill>
                <a:latin typeface="+mn-lt"/>
                <a:ea typeface="+mn-ea"/>
              </a:rPr>
              <a:t>github</a:t>
            </a:r>
            <a:r>
              <a:rPr b="0" lang="ru-RU" sz="1200" spc="-1" strike="noStrike">
                <a:solidFill>
                  <a:schemeClr val="dk1"/>
                </a:solidFill>
                <a:latin typeface="+mn-lt"/>
                <a:ea typeface="+mn-ea"/>
              </a:rPr>
              <a:t>.</a:t>
            </a:r>
            <a:r>
              <a:rPr b="0" lang="ru-RU" sz="2000" spc="-1" strike="noStrike">
                <a:solidFill>
                  <a:srgbClr val="000000"/>
                </a:solidFill>
                <a:latin typeface="+mn-lt"/>
                <a:ea typeface="+mn-ea"/>
              </a:rPr>
              <a:t>com</a:t>
            </a:r>
            <a:r>
              <a:rPr b="0" lang="ru-RU" sz="1200" spc="-1" strike="noStrike">
                <a:solidFill>
                  <a:schemeClr val="dk1"/>
                </a:solidFill>
                <a:latin typeface="+mn-lt"/>
                <a:ea typeface="+mn-ea"/>
              </a:rPr>
              <a:t>/</a:t>
            </a:r>
            <a:r>
              <a:rPr b="0" lang="ru-RU" sz="2000" spc="-1" strike="noStrike">
                <a:solidFill>
                  <a:srgbClr val="000000"/>
                </a:solidFill>
                <a:latin typeface="+mn-lt"/>
                <a:ea typeface="+mn-ea"/>
              </a:rPr>
              <a:t>tutorialzine</a:t>
            </a:r>
            <a:r>
              <a:rPr b="0" lang="ru-RU" sz="1200" spc="-1" strike="noStrike">
                <a:solidFill>
                  <a:schemeClr val="dk1"/>
                </a:solidFill>
                <a:latin typeface="+mn-lt"/>
                <a:ea typeface="+mn-ea"/>
              </a:rPr>
              <a:t>/</a:t>
            </a:r>
            <a:r>
              <a:rPr b="0" lang="ru-RU" sz="2000" spc="-1" strike="noStrike">
                <a:solidFill>
                  <a:srgbClr val="000000"/>
                </a:solidFill>
                <a:latin typeface="+mn-lt"/>
                <a:ea typeface="+mn-ea"/>
              </a:rPr>
              <a:t>awesome</a:t>
            </a:r>
            <a:r>
              <a:rPr b="0" lang="ru-RU" sz="1200" spc="-1" strike="noStrike">
                <a:solidFill>
                  <a:schemeClr val="dk1"/>
                </a:solidFill>
                <a:latin typeface="+mn-lt"/>
                <a:ea typeface="+mn-ea"/>
              </a:rPr>
              <a:t>-</a:t>
            </a:r>
            <a:r>
              <a:rPr b="0" lang="ru-RU" sz="2000" spc="-1" strike="noStrike">
                <a:solidFill>
                  <a:srgbClr val="000000"/>
                </a:solidFill>
                <a:latin typeface="+mn-lt"/>
                <a:ea typeface="+mn-ea"/>
              </a:rPr>
              <a:t>project</a:t>
            </a:r>
            <a:r>
              <a:rPr b="0" lang="ru-RU" sz="1200" spc="-1" strike="noStrike">
                <a:solidFill>
                  <a:schemeClr val="dk1"/>
                </a:solidFill>
                <a:latin typeface="+mn-lt"/>
                <a:ea typeface="+mn-ea"/>
              </a:rPr>
              <a:t>.</a:t>
            </a:r>
            <a:r>
              <a:rPr b="0" lang="ru-RU" sz="2000" spc="-1" strike="noStrike">
                <a:solidFill>
                  <a:srgbClr val="000000"/>
                </a:solidFill>
                <a:latin typeface="+mn-lt"/>
                <a:ea typeface="+mn-ea"/>
              </a:rPr>
              <a:t>git</a:t>
            </a:r>
            <a:br>
              <a:rPr sz="1200"/>
            </a:br>
            <a:endParaRPr b="0" lang="en-US" sz="20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GitHub автоматически создаст новый локальный репозитарий в виде удаленного на собственном сервере.</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Как запросить изменения с удаленного репозитария?</a:t>
            </a:r>
            <a:endParaRPr b="0" lang="en-US" sz="1200" spc="-1" strike="noStrike">
              <a:solidFill>
                <a:srgbClr val="000000"/>
              </a:solidFill>
              <a:latin typeface="Arial"/>
            </a:endParaRPr>
          </a:p>
          <a:p>
            <a:pPr indent="0" defTabSz="914400">
              <a:lnSpc>
                <a:spcPct val="100000"/>
              </a:lnSpc>
              <a:buNone/>
              <a:tabLst>
                <a:tab algn="l" pos="0"/>
              </a:tabLst>
            </a:pPr>
            <a:br>
              <a:rPr sz="1200"/>
            </a:b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случае, если другим пользователям нет необходимости делать клон удаленного репозитария, а нужно просто получить информацию об изменениях, это можно сделать с помощью команды pull:</a:t>
            </a:r>
            <a:endParaRPr b="0" lang="en-US" sz="12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 git pull origin master </a:t>
            </a:r>
            <a:endParaRPr b="0" lang="en-US" sz="20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From https</a:t>
            </a:r>
            <a:r>
              <a:rPr b="0" lang="ru-RU" sz="1200" spc="-1" strike="noStrike">
                <a:solidFill>
                  <a:schemeClr val="dk1"/>
                </a:solidFill>
                <a:latin typeface="+mn-lt"/>
                <a:ea typeface="+mn-ea"/>
              </a:rPr>
              <a:t>://</a:t>
            </a:r>
            <a:r>
              <a:rPr b="0" lang="ru-RU" sz="2000" spc="-1" strike="noStrike">
                <a:solidFill>
                  <a:srgbClr val="000000"/>
                </a:solidFill>
                <a:latin typeface="+mn-lt"/>
                <a:ea typeface="+mn-ea"/>
              </a:rPr>
              <a:t>github</a:t>
            </a:r>
            <a:r>
              <a:rPr b="0" lang="ru-RU" sz="1200" spc="-1" strike="noStrike">
                <a:solidFill>
                  <a:schemeClr val="dk1"/>
                </a:solidFill>
                <a:latin typeface="+mn-lt"/>
                <a:ea typeface="+mn-ea"/>
              </a:rPr>
              <a:t>.</a:t>
            </a:r>
            <a:r>
              <a:rPr b="0" lang="ru-RU" sz="2000" spc="-1" strike="noStrike">
                <a:solidFill>
                  <a:srgbClr val="000000"/>
                </a:solidFill>
                <a:latin typeface="+mn-lt"/>
                <a:ea typeface="+mn-ea"/>
              </a:rPr>
              <a:t>com</a:t>
            </a:r>
            <a:r>
              <a:rPr b="0" lang="ru-RU" sz="1200" spc="-1" strike="noStrike">
                <a:solidFill>
                  <a:schemeClr val="dk1"/>
                </a:solidFill>
                <a:latin typeface="+mn-lt"/>
                <a:ea typeface="+mn-ea"/>
              </a:rPr>
              <a:t>/</a:t>
            </a:r>
            <a:r>
              <a:rPr b="0" lang="ru-RU" sz="2000" spc="-1" strike="noStrike">
                <a:solidFill>
                  <a:srgbClr val="000000"/>
                </a:solidFill>
                <a:latin typeface="+mn-lt"/>
                <a:ea typeface="+mn-ea"/>
              </a:rPr>
              <a:t>tutorialzine</a:t>
            </a:r>
            <a:r>
              <a:rPr b="0" lang="ru-RU" sz="1200" spc="-1" strike="noStrike">
                <a:solidFill>
                  <a:schemeClr val="dk1"/>
                </a:solidFill>
                <a:latin typeface="+mn-lt"/>
                <a:ea typeface="+mn-ea"/>
              </a:rPr>
              <a:t>/</a:t>
            </a:r>
            <a:r>
              <a:rPr b="0" lang="ru-RU" sz="2000" spc="-1" strike="noStrike">
                <a:solidFill>
                  <a:srgbClr val="000000"/>
                </a:solidFill>
                <a:latin typeface="+mn-lt"/>
                <a:ea typeface="+mn-ea"/>
              </a:rPr>
              <a:t>awesome</a:t>
            </a:r>
            <a:r>
              <a:rPr b="0" lang="ru-RU" sz="1200" spc="-1" strike="noStrike">
                <a:solidFill>
                  <a:schemeClr val="dk1"/>
                </a:solidFill>
                <a:latin typeface="+mn-lt"/>
                <a:ea typeface="+mn-ea"/>
              </a:rPr>
              <a:t>-</a:t>
            </a:r>
            <a:r>
              <a:rPr b="0" lang="ru-RU" sz="2000" spc="-1" strike="noStrike">
                <a:solidFill>
                  <a:srgbClr val="000000"/>
                </a:solidFill>
                <a:latin typeface="+mn-lt"/>
                <a:ea typeface="+mn-ea"/>
              </a:rPr>
              <a:t>project </a:t>
            </a:r>
            <a:endParaRPr b="0" lang="en-US" sz="20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2000" spc="-1" strike="noStrike">
                <a:solidFill>
                  <a:srgbClr val="000000"/>
                </a:solidFill>
                <a:latin typeface="+mn-lt"/>
                <a:ea typeface="+mn-ea"/>
              </a:rPr>
              <a:t>branch master </a:t>
            </a:r>
            <a:r>
              <a:rPr b="0" lang="ru-RU" sz="1200" spc="-1" strike="noStrike">
                <a:solidFill>
                  <a:schemeClr val="dk1"/>
                </a:solidFill>
                <a:latin typeface="+mn-lt"/>
                <a:ea typeface="+mn-ea"/>
              </a:rPr>
              <a:t>-&gt;</a:t>
            </a:r>
            <a:r>
              <a:rPr b="0" lang="ru-RU" sz="2000" spc="-1" strike="noStrike">
                <a:solidFill>
                  <a:srgbClr val="000000"/>
                </a:solidFill>
                <a:latin typeface="+mn-lt"/>
                <a:ea typeface="+mn-ea"/>
              </a:rPr>
              <a:t> FETCH_HEAD </a:t>
            </a:r>
            <a:endParaRPr b="0" lang="en-US" sz="20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2000" spc="-1" strike="noStrike">
                <a:solidFill>
                  <a:srgbClr val="000000"/>
                </a:solidFill>
                <a:latin typeface="+mn-lt"/>
                <a:ea typeface="+mn-ea"/>
              </a:rPr>
              <a:t>Already up</a:t>
            </a:r>
            <a:r>
              <a:rPr b="0" lang="ru-RU" sz="1200" spc="-1" strike="noStrike">
                <a:solidFill>
                  <a:schemeClr val="dk1"/>
                </a:solidFill>
                <a:latin typeface="+mn-lt"/>
                <a:ea typeface="+mn-ea"/>
              </a:rPr>
              <a:t>-</a:t>
            </a:r>
            <a:r>
              <a:rPr b="0" lang="ru-RU" sz="2000" spc="-1" strike="noStrike">
                <a:solidFill>
                  <a:srgbClr val="000000"/>
                </a:solidFill>
                <a:latin typeface="+mn-lt"/>
                <a:ea typeface="+mn-ea"/>
              </a:rPr>
              <a:t>to</a:t>
            </a:r>
            <a:r>
              <a:rPr b="0" lang="ru-RU" sz="1200" spc="-1" strike="noStrike">
                <a:solidFill>
                  <a:schemeClr val="dk1"/>
                </a:solidFill>
                <a:latin typeface="+mn-lt"/>
                <a:ea typeface="+mn-ea"/>
              </a:rPr>
              <a:t>-</a:t>
            </a:r>
            <a:r>
              <a:rPr b="0" lang="ru-RU" sz="2000" spc="-1" strike="noStrike">
                <a:solidFill>
                  <a:srgbClr val="000000"/>
                </a:solidFill>
                <a:latin typeface="+mn-lt"/>
                <a:ea typeface="+mn-ea"/>
              </a:rPr>
              <a:t>date</a:t>
            </a:r>
            <a:r>
              <a:rPr b="0" lang="ru-RU" sz="1200" spc="-1" strike="noStrike">
                <a:solidFill>
                  <a:schemeClr val="dk1"/>
                </a:solidFill>
                <a:latin typeface="+mn-lt"/>
                <a:ea typeface="+mn-ea"/>
              </a:rPr>
              <a:t>.</a:t>
            </a:r>
            <a:br>
              <a:rPr sz="1200"/>
            </a:br>
            <a:r>
              <a:rPr b="0" lang="ru-RU" sz="1200" spc="-1" strike="noStrike">
                <a:solidFill>
                  <a:schemeClr val="dk1"/>
                </a:solidFill>
                <a:latin typeface="+mn-lt"/>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Она скачивает новые изменения. Так как мы ничего нового не вносили с тех пор, как клонировали проект, изменений, доступных к скачиванию, нет.</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25" name="PlaceHolder 3"/>
          <p:cNvSpPr>
            <a:spLocks noGrp="1"/>
          </p:cNvSpPr>
          <p:nvPr>
            <p:ph type="sldNum" idx="91"/>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D364C61-DFB1-4817-A131-AADA2EB06FE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sldImg"/>
          </p:nvPr>
        </p:nvSpPr>
        <p:spPr>
          <a:xfrm>
            <a:off x="2925720" y="849240"/>
            <a:ext cx="4076280" cy="2293560"/>
          </a:xfrm>
          <a:prstGeom prst="rect">
            <a:avLst/>
          </a:prstGeom>
          <a:ln w="0">
            <a:noFill/>
          </a:ln>
        </p:spPr>
      </p:sp>
      <p:sp>
        <p:nvSpPr>
          <p:cNvPr id="527"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ru-RU" sz="1200" spc="-1" strike="noStrike">
                <a:solidFill>
                  <a:schemeClr val="dk1"/>
                </a:solidFill>
                <a:latin typeface="+mn-lt"/>
                <a:ea typeface="+mn-ea"/>
              </a:rPr>
              <a:t>Если возникает такая ошибка</a:t>
            </a:r>
            <a:endParaRPr b="0" lang="en-US" sz="1200" spc="-1" strike="noStrike">
              <a:solidFill>
                <a:srgbClr val="000000"/>
              </a:solidFill>
              <a:latin typeface="Arial"/>
            </a:endParaRPr>
          </a:p>
        </p:txBody>
      </p:sp>
      <p:sp>
        <p:nvSpPr>
          <p:cNvPr id="528" name="PlaceHolder 3"/>
          <p:cNvSpPr>
            <a:spLocks noGrp="1"/>
          </p:cNvSpPr>
          <p:nvPr>
            <p:ph type="sldNum" idx="92"/>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27C237C-A05F-42D0-8503-EB567C8E010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2925720" y="849240"/>
            <a:ext cx="4076280" cy="2293560"/>
          </a:xfrm>
          <a:prstGeom prst="rect">
            <a:avLst/>
          </a:prstGeom>
          <a:ln w="0">
            <a:noFill/>
          </a:ln>
        </p:spPr>
      </p:sp>
      <p:sp>
        <p:nvSpPr>
          <p:cNvPr id="530"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pc="-1" strike="noStrike">
                <a:solidFill>
                  <a:srgbClr val="000000"/>
                </a:solidFill>
                <a:latin typeface="Arial"/>
              </a:rPr>
              <a:t>https://github.com/AnnaZva/Test1.git</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надо изменить </a:t>
            </a:r>
            <a:r>
              <a:rPr b="0" i="1" lang="en-US" sz="1200" spc="-1" strike="noStrike">
                <a:solidFill>
                  <a:schemeClr val="dk1"/>
                </a:solidFill>
                <a:latin typeface="+mn-lt"/>
                <a:ea typeface="+mn-ea"/>
              </a:rPr>
              <a:t>url</a:t>
            </a:r>
            <a:r>
              <a:rPr b="0" lang="en-US" sz="1200" spc="-1" strike="noStrike">
                <a:solidFill>
                  <a:schemeClr val="dk1"/>
                </a:solidFill>
                <a:latin typeface="+mn-lt"/>
                <a:ea typeface="+mn-ea"/>
              </a:rPr>
              <a:t> </a:t>
            </a:r>
            <a:r>
              <a:rPr b="0" lang="ru-RU" sz="1200" spc="-1" strike="noStrike">
                <a:solidFill>
                  <a:schemeClr val="dk1"/>
                </a:solidFill>
                <a:latin typeface="+mn-lt"/>
                <a:ea typeface="+mn-ea"/>
              </a:rPr>
              <a:t>удалённого репозитория (</a:t>
            </a:r>
            <a:r>
              <a:rPr b="0" i="1" lang="en-US" sz="1200" spc="-1" strike="noStrike">
                <a:solidFill>
                  <a:schemeClr val="dk1"/>
                </a:solidFill>
                <a:latin typeface="+mn-lt"/>
                <a:ea typeface="+mn-ea"/>
              </a:rPr>
              <a:t>remote</a:t>
            </a:r>
            <a:r>
              <a:rPr b="0" lang="en-US" sz="1200" spc="-1" strike="noStrike">
                <a:solidFill>
                  <a:schemeClr val="dk1"/>
                </a:solidFill>
                <a:latin typeface="+mn-lt"/>
                <a:ea typeface="+mn-ea"/>
              </a:rPr>
              <a:t> </a:t>
            </a:r>
            <a:r>
              <a:rPr b="0" lang="ru-RU" sz="1200" spc="-1" strike="noStrike">
                <a:solidFill>
                  <a:schemeClr val="dk1"/>
                </a:solidFill>
                <a:latin typeface="+mn-lt"/>
                <a:ea typeface="+mn-ea"/>
              </a:rPr>
              <a:t>в терминологии </a:t>
            </a:r>
            <a:r>
              <a:rPr b="0" i="1" lang="en-US" sz="1200" spc="-1" strike="noStrike">
                <a:solidFill>
                  <a:schemeClr val="dk1"/>
                </a:solidFill>
                <a:latin typeface="+mn-lt"/>
                <a:ea typeface="+mn-ea"/>
              </a:rPr>
              <a:t>git</a:t>
            </a:r>
            <a:r>
              <a:rPr b="0" lang="en-US" sz="1200" spc="-1" strike="noStrike">
                <a:solidFill>
                  <a:schemeClr val="dk1"/>
                </a:solidFill>
                <a:latin typeface="+mn-lt"/>
                <a:ea typeface="+mn-ea"/>
              </a:rPr>
              <a:t>):</a:t>
            </a:r>
            <a:endParaRPr b="0" lang="en-US" sz="12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 git remote </a:t>
            </a:r>
            <a:r>
              <a:rPr b="0" lang="en-US" sz="1200" spc="-1" strike="noStrike">
                <a:solidFill>
                  <a:schemeClr val="dk1"/>
                </a:solidFill>
                <a:latin typeface="+mn-lt"/>
                <a:ea typeface="+mn-ea"/>
              </a:rPr>
              <a:t>set</a:t>
            </a:r>
            <a:r>
              <a:rPr b="0" lang="en-US" sz="2000" spc="-1" strike="noStrike">
                <a:solidFill>
                  <a:srgbClr val="000000"/>
                </a:solidFill>
                <a:latin typeface="+mn-lt"/>
                <a:ea typeface="+mn-ea"/>
              </a:rPr>
              <a:t>-url origin url-</a:t>
            </a:r>
            <a:r>
              <a:rPr b="0" lang="ru-RU" sz="2000" spc="-1" strike="noStrike">
                <a:solidFill>
                  <a:srgbClr val="000000"/>
                </a:solidFill>
                <a:latin typeface="+mn-lt"/>
                <a:ea typeface="+mn-ea"/>
              </a:rPr>
              <a:t>нового-репозитория</a:t>
            </a:r>
            <a:endParaRPr b="0" lang="en-US" sz="2000" spc="-1" strike="noStrike">
              <a:solidFill>
                <a:srgbClr val="000000"/>
              </a:solidFill>
              <a:latin typeface="Arial"/>
            </a:endParaRPr>
          </a:p>
        </p:txBody>
      </p:sp>
      <p:sp>
        <p:nvSpPr>
          <p:cNvPr id="531" name="PlaceHolder 3"/>
          <p:cNvSpPr>
            <a:spLocks noGrp="1"/>
          </p:cNvSpPr>
          <p:nvPr>
            <p:ph type="sldNum" idx="93"/>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6EB2989-72F4-48F7-A501-9F53CF9361A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type="sldImg"/>
          </p:nvPr>
        </p:nvSpPr>
        <p:spPr>
          <a:xfrm>
            <a:off x="2925720" y="849240"/>
            <a:ext cx="4076280" cy="2293560"/>
          </a:xfrm>
          <a:prstGeom prst="rect">
            <a:avLst/>
          </a:prstGeom>
          <a:ln w="0">
            <a:noFill/>
          </a:ln>
        </p:spPr>
      </p:sp>
      <p:sp>
        <p:nvSpPr>
          <p:cNvPr id="533"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ru-RU" sz="1200" spc="-1" strike="noStrike">
                <a:solidFill>
                  <a:schemeClr val="dk1"/>
                </a:solidFill>
                <a:latin typeface="+mn-lt"/>
                <a:ea typeface="+mn-ea"/>
              </a:rPr>
              <a:t>Если возникает такая ошибка</a:t>
            </a:r>
            <a:endParaRPr b="0" lang="en-US" sz="1200" spc="-1" strike="noStrike">
              <a:solidFill>
                <a:srgbClr val="000000"/>
              </a:solidFill>
              <a:latin typeface="Arial"/>
            </a:endParaRPr>
          </a:p>
        </p:txBody>
      </p:sp>
      <p:sp>
        <p:nvSpPr>
          <p:cNvPr id="534" name="PlaceHolder 3"/>
          <p:cNvSpPr>
            <a:spLocks noGrp="1"/>
          </p:cNvSpPr>
          <p:nvPr>
            <p:ph type="sldNum" idx="94"/>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5FBA589-7EF5-43B4-8A9C-0DE50E1D91B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Img"/>
          </p:nvPr>
        </p:nvSpPr>
        <p:spPr>
          <a:xfrm>
            <a:off x="2925720" y="849240"/>
            <a:ext cx="4076280" cy="2293560"/>
          </a:xfrm>
          <a:prstGeom prst="rect">
            <a:avLst/>
          </a:prstGeom>
          <a:ln w="0">
            <a:noFill/>
          </a:ln>
        </p:spPr>
      </p:sp>
      <p:sp>
        <p:nvSpPr>
          <p:cNvPr id="536"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ru-RU" sz="1200" spc="-1" strike="noStrike">
                <a:solidFill>
                  <a:schemeClr val="dk1"/>
                </a:solidFill>
                <a:latin typeface="+mn-lt"/>
                <a:ea typeface="+mn-ea"/>
              </a:rPr>
              <a:t>Если возникает такая ошибка</a:t>
            </a:r>
            <a:endParaRPr b="0" lang="en-US" sz="1200" spc="-1" strike="noStrike">
              <a:solidFill>
                <a:srgbClr val="000000"/>
              </a:solidFill>
              <a:latin typeface="Arial"/>
            </a:endParaRPr>
          </a:p>
        </p:txBody>
      </p:sp>
      <p:sp>
        <p:nvSpPr>
          <p:cNvPr id="537" name="PlaceHolder 3"/>
          <p:cNvSpPr>
            <a:spLocks noGrp="1"/>
          </p:cNvSpPr>
          <p:nvPr>
            <p:ph type="sldNum" idx="95"/>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7593FFB-E211-4D07-B4DF-394A7048899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sldImg"/>
          </p:nvPr>
        </p:nvSpPr>
        <p:spPr>
          <a:xfrm>
            <a:off x="2925720" y="849240"/>
            <a:ext cx="4076280" cy="2293560"/>
          </a:xfrm>
          <a:prstGeom prst="rect">
            <a:avLst/>
          </a:prstGeom>
          <a:ln w="0">
            <a:noFill/>
          </a:ln>
        </p:spPr>
      </p:sp>
      <p:sp>
        <p:nvSpPr>
          <p:cNvPr id="539"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pc="-1" strike="noStrike">
                <a:solidFill>
                  <a:srgbClr val="000000"/>
                </a:solidFill>
                <a:latin typeface="Arial"/>
              </a:rPr>
              <a:t>https://git-scm.com/book/ru/v2/%D0%92%D0%B5%D1%82%D0%B2%D0%BB%D0%B5%D0%BD%D0%B8%D0%B5-%D0%B2-Git-%D0%9E%D1%81%D0%BD%D0%BE%D0%B2%D1%8B-%D0%B2%D0%B5%D1%82%D0%B2%D0%BB%D0%B5%D0%BD%D0%B8%D1%8F-%D0%B8-%D1%81%D0%BB%D0%B8%D1%8F%D0%BD%D0%B8%D1%8F</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r>
              <a:rPr b="0" i="1" lang="ru-RU" sz="1200" spc="-1" strike="noStrike">
                <a:solidFill>
                  <a:schemeClr val="dk1"/>
                </a:solidFill>
                <a:latin typeface="+mn-lt"/>
                <a:ea typeface="+mn-ea"/>
              </a:rPr>
              <a:t>HEAD </a:t>
            </a:r>
            <a:r>
              <a:rPr b="0" lang="ru-RU" sz="1200" spc="-1" strike="noStrike">
                <a:solidFill>
                  <a:schemeClr val="dk1"/>
                </a:solidFill>
                <a:latin typeface="+mn-lt"/>
                <a:ea typeface="+mn-ea"/>
              </a:rPr>
              <a:t>указывает на коммит, относительного которого будет создана рабочая копия во-время операции </a:t>
            </a:r>
            <a:r>
              <a:rPr b="0" i="1" lang="ru-RU" sz="1200" spc="-1" strike="noStrike">
                <a:solidFill>
                  <a:schemeClr val="dk1"/>
                </a:solidFill>
                <a:latin typeface="+mn-lt"/>
                <a:ea typeface="+mn-ea"/>
              </a:rPr>
              <a:t>checkout</a:t>
            </a:r>
            <a:r>
              <a:rPr b="0" lang="ru-RU" sz="1200" spc="-1" strike="noStrike">
                <a:solidFill>
                  <a:schemeClr val="dk1"/>
                </a:solidFill>
                <a:latin typeface="+mn-lt"/>
                <a:ea typeface="+mn-ea"/>
              </a:rPr>
              <a:t>. Другими словами, когда вы переключаетесь с ветки на, используя операцию </a:t>
            </a:r>
            <a:r>
              <a:rPr b="0" i="1" lang="ru-RU" sz="1200" spc="-1" strike="noStrike">
                <a:solidFill>
                  <a:schemeClr val="dk1"/>
                </a:solidFill>
                <a:latin typeface="+mn-lt"/>
                <a:ea typeface="+mn-ea"/>
              </a:rPr>
              <a:t>checkout</a:t>
            </a:r>
            <a:r>
              <a:rPr b="0" lang="ru-RU" sz="1200" spc="-1" strike="noStrike">
                <a:solidFill>
                  <a:schemeClr val="dk1"/>
                </a:solidFill>
                <a:latin typeface="+mn-lt"/>
                <a:ea typeface="+mn-ea"/>
              </a:rPr>
              <a:t>, то в вашем репозитории указатель </a:t>
            </a:r>
            <a:r>
              <a:rPr b="0" i="1" lang="ru-RU" sz="1200" spc="-1" strike="noStrike">
                <a:solidFill>
                  <a:schemeClr val="dk1"/>
                </a:solidFill>
                <a:latin typeface="+mn-lt"/>
                <a:ea typeface="+mn-ea"/>
              </a:rPr>
              <a:t>HEAD </a:t>
            </a:r>
            <a:r>
              <a:rPr b="0" lang="ru-RU" sz="1200" spc="-1" strike="noStrike">
                <a:solidFill>
                  <a:schemeClr val="dk1"/>
                </a:solidFill>
                <a:latin typeface="+mn-lt"/>
                <a:ea typeface="+mn-ea"/>
              </a:rPr>
              <a:t>будет переключаться между последними коммитами выбираемых вами ветвей.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Давайте рассмотрим простой пример рабочего процесса, который может быть полезен в вашем проекте. Ваша работа построена так:</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работаете над сайтом.</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создаете ветку для новой статьи, которую вы пишете.</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работаете в этой ветке.</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этот момент вы получаете сообщение, что обнаружена критическая ошибка, требующая скорейшего исправления. Ваши действия:</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Переключиться на основную ветку.</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Создать ветку для добавления исправления.</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После тестирования слить ветку содержащую исправление с основной веткой.</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Переключиться назад в ту ветку, где вы пишете статью и продолжить работать.</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40" name="PlaceHolder 3"/>
          <p:cNvSpPr>
            <a:spLocks noGrp="1"/>
          </p:cNvSpPr>
          <p:nvPr>
            <p:ph type="sldNum" idx="96"/>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9EBF3DD-433C-4540-804E-4C39B839865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sldImg"/>
          </p:nvPr>
        </p:nvSpPr>
        <p:spPr>
          <a:xfrm>
            <a:off x="2925720" y="849240"/>
            <a:ext cx="4076280" cy="2293560"/>
          </a:xfrm>
          <a:prstGeom prst="rect">
            <a:avLst/>
          </a:prstGeom>
          <a:ln w="0">
            <a:noFill/>
          </a:ln>
        </p:spPr>
      </p:sp>
      <p:sp>
        <p:nvSpPr>
          <p:cNvPr id="54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pc="-1" strike="noStrike">
                <a:solidFill>
                  <a:srgbClr val="000000"/>
                </a:solidFill>
                <a:latin typeface="Arial"/>
              </a:rPr>
              <a:t>https://git-scm.com/book/ru/v2/%D0%92%D0%B5%D1%82%D0%B2%D0%BB%D0%B5%D0%BD%D0%B8%D0%B5-%D0%B2-Git-%D0%9E%D1%81%D0%BD%D0%BE%D0%B2%D1%8B-%D0%B2%D0%B5%D1%82%D0%B2%D0%BB%D0%B5%D0%BD%D0%B8%D1%8F-%D0%B8-%D1%81%D0%BB%D0%B8%D1%8F%D0%BD%D0%B8%D1%8F</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r>
              <a:rPr b="0" i="1" lang="ru-RU" sz="1200" spc="-1" strike="noStrike">
                <a:solidFill>
                  <a:schemeClr val="dk1"/>
                </a:solidFill>
                <a:latin typeface="+mn-lt"/>
                <a:ea typeface="+mn-ea"/>
              </a:rPr>
              <a:t>HEAD </a:t>
            </a:r>
            <a:r>
              <a:rPr b="0" lang="ru-RU" sz="1200" spc="-1" strike="noStrike">
                <a:solidFill>
                  <a:schemeClr val="dk1"/>
                </a:solidFill>
                <a:latin typeface="+mn-lt"/>
                <a:ea typeface="+mn-ea"/>
              </a:rPr>
              <a:t>указывает на коммит, относительного которого будет создана рабочая копия во-время операции </a:t>
            </a:r>
            <a:r>
              <a:rPr b="0" i="1" lang="ru-RU" sz="1200" spc="-1" strike="noStrike">
                <a:solidFill>
                  <a:schemeClr val="dk1"/>
                </a:solidFill>
                <a:latin typeface="+mn-lt"/>
                <a:ea typeface="+mn-ea"/>
              </a:rPr>
              <a:t>checkout</a:t>
            </a:r>
            <a:r>
              <a:rPr b="0" lang="ru-RU" sz="1200" spc="-1" strike="noStrike">
                <a:solidFill>
                  <a:schemeClr val="dk1"/>
                </a:solidFill>
                <a:latin typeface="+mn-lt"/>
                <a:ea typeface="+mn-ea"/>
              </a:rPr>
              <a:t>. Другими словами, когда вы переключаетесь с ветки на, используя операцию </a:t>
            </a:r>
            <a:r>
              <a:rPr b="0" i="1" lang="ru-RU" sz="1200" spc="-1" strike="noStrike">
                <a:solidFill>
                  <a:schemeClr val="dk1"/>
                </a:solidFill>
                <a:latin typeface="+mn-lt"/>
                <a:ea typeface="+mn-ea"/>
              </a:rPr>
              <a:t>checkout</a:t>
            </a:r>
            <a:r>
              <a:rPr b="0" lang="ru-RU" sz="1200" spc="-1" strike="noStrike">
                <a:solidFill>
                  <a:schemeClr val="dk1"/>
                </a:solidFill>
                <a:latin typeface="+mn-lt"/>
                <a:ea typeface="+mn-ea"/>
              </a:rPr>
              <a:t>, то в вашем репозитории указатель </a:t>
            </a:r>
            <a:r>
              <a:rPr b="0" i="1" lang="ru-RU" sz="1200" spc="-1" strike="noStrike">
                <a:solidFill>
                  <a:schemeClr val="dk1"/>
                </a:solidFill>
                <a:latin typeface="+mn-lt"/>
                <a:ea typeface="+mn-ea"/>
              </a:rPr>
              <a:t>HEAD </a:t>
            </a:r>
            <a:r>
              <a:rPr b="0" lang="ru-RU" sz="1200" spc="-1" strike="noStrike">
                <a:solidFill>
                  <a:schemeClr val="dk1"/>
                </a:solidFill>
                <a:latin typeface="+mn-lt"/>
                <a:ea typeface="+mn-ea"/>
              </a:rPr>
              <a:t>будет переключаться между последними коммитами выбираемых вами ветвей.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Давайте рассмотрим простой пример рабочего процесса, который может быть полезен в вашем проекте. Ваша работа построена так:</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работаете над сайтом.</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создаете ветку для новой статьи, которую вы пишете.</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работаете в этой ветке.</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этот момент вы получаете сообщение, что обнаружена критическая ошибка, требующая скорейшего исправления. Ваши действия:</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Переключиться на основную ветку.</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Создать ветку для добавления исправления.</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После тестирования слить ветку содержащую исправление с основной веткой.</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Переключиться назад в ту ветку, где вы пишете статью и продолжить работать.</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43" name="PlaceHolder 3"/>
          <p:cNvSpPr>
            <a:spLocks noGrp="1"/>
          </p:cNvSpPr>
          <p:nvPr>
            <p:ph type="sldNum" idx="9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ADED13E-193D-4DDA-B44F-DDC6586D72E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sldImg"/>
          </p:nvPr>
        </p:nvSpPr>
        <p:spPr>
          <a:xfrm>
            <a:off x="2925720" y="849240"/>
            <a:ext cx="4076280" cy="2293560"/>
          </a:xfrm>
          <a:prstGeom prst="rect">
            <a:avLst/>
          </a:prstGeom>
          <a:ln w="0">
            <a:noFill/>
          </a:ln>
        </p:spPr>
      </p:sp>
      <p:sp>
        <p:nvSpPr>
          <p:cNvPr id="54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pc="-1" strike="noStrike">
                <a:solidFill>
                  <a:srgbClr val="000000"/>
                </a:solidFill>
                <a:latin typeface="Arial"/>
              </a:rPr>
              <a:t>https://git-scm.com/book/ru/v2/%D0%92%D0%B5%D1%82%D0%B2%D0%BB%D0%B5%D0%BD%D0%B8%D0%B5-%D0%B2-Git-%D0%9E%D1%81%D0%BD%D0%BE%D0%B2%D1%8B-%D0%B2%D0%B5%D1%82%D0%B2%D0%BB%D0%B5%D0%BD%D0%B8%D1%8F-%D0%B8-%D1%81%D0%BB%D0%B8%D1%8F%D0%BD%D0%B8%D1%8F</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r>
              <a:rPr b="0" i="1" lang="ru-RU" sz="1200" spc="-1" strike="noStrike">
                <a:solidFill>
                  <a:schemeClr val="dk1"/>
                </a:solidFill>
                <a:latin typeface="+mn-lt"/>
                <a:ea typeface="+mn-ea"/>
              </a:rPr>
              <a:t>HEAD </a:t>
            </a:r>
            <a:r>
              <a:rPr b="0" lang="ru-RU" sz="1200" spc="-1" strike="noStrike">
                <a:solidFill>
                  <a:schemeClr val="dk1"/>
                </a:solidFill>
                <a:latin typeface="+mn-lt"/>
                <a:ea typeface="+mn-ea"/>
              </a:rPr>
              <a:t>указывает на коммит, относительного которого будет создана рабочая копия во-время операции </a:t>
            </a:r>
            <a:r>
              <a:rPr b="0" i="1" lang="ru-RU" sz="1200" spc="-1" strike="noStrike">
                <a:solidFill>
                  <a:schemeClr val="dk1"/>
                </a:solidFill>
                <a:latin typeface="+mn-lt"/>
                <a:ea typeface="+mn-ea"/>
              </a:rPr>
              <a:t>checkout</a:t>
            </a:r>
            <a:r>
              <a:rPr b="0" lang="ru-RU" sz="1200" spc="-1" strike="noStrike">
                <a:solidFill>
                  <a:schemeClr val="dk1"/>
                </a:solidFill>
                <a:latin typeface="+mn-lt"/>
                <a:ea typeface="+mn-ea"/>
              </a:rPr>
              <a:t>. Другими словами, когда вы переключаетесь с ветки на, используя операцию </a:t>
            </a:r>
            <a:r>
              <a:rPr b="0" i="1" lang="ru-RU" sz="1200" spc="-1" strike="noStrike">
                <a:solidFill>
                  <a:schemeClr val="dk1"/>
                </a:solidFill>
                <a:latin typeface="+mn-lt"/>
                <a:ea typeface="+mn-ea"/>
              </a:rPr>
              <a:t>checkout</a:t>
            </a:r>
            <a:r>
              <a:rPr b="0" lang="ru-RU" sz="1200" spc="-1" strike="noStrike">
                <a:solidFill>
                  <a:schemeClr val="dk1"/>
                </a:solidFill>
                <a:latin typeface="+mn-lt"/>
                <a:ea typeface="+mn-ea"/>
              </a:rPr>
              <a:t>, то в вашем репозитории указатель </a:t>
            </a:r>
            <a:r>
              <a:rPr b="0" i="1" lang="ru-RU" sz="1200" spc="-1" strike="noStrike">
                <a:solidFill>
                  <a:schemeClr val="dk1"/>
                </a:solidFill>
                <a:latin typeface="+mn-lt"/>
                <a:ea typeface="+mn-ea"/>
              </a:rPr>
              <a:t>HEAD </a:t>
            </a:r>
            <a:r>
              <a:rPr b="0" lang="ru-RU" sz="1200" spc="-1" strike="noStrike">
                <a:solidFill>
                  <a:schemeClr val="dk1"/>
                </a:solidFill>
                <a:latin typeface="+mn-lt"/>
                <a:ea typeface="+mn-ea"/>
              </a:rPr>
              <a:t>будет переключаться между последними коммитами выбираемых вами ветвей.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Давайте рассмотрим простой пример рабочего процесса, который может быть полезен в вашем проекте. Ваша работа построена так:</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работаете над сайтом.</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создаете ветку для новой статьи, которую вы пишете.</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Вы работаете в этой ветке.</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В этот момент вы получаете сообщение, что обнаружена критическая ошибка, требующая скорейшего исправления. Ваши действия:</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Переключиться на основную ветку.</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Создать ветку для добавления исправления.</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После тестирования слить ветку содержащую исправление с основной веткой.</a:t>
            </a:r>
            <a:endParaRPr b="0" lang="en-US" sz="1200" spc="-1" strike="noStrike">
              <a:solidFill>
                <a:srgbClr val="000000"/>
              </a:solidFill>
              <a:latin typeface="Arial"/>
            </a:endParaRPr>
          </a:p>
          <a:p>
            <a:pPr marL="171360" indent="-171360" defTabSz="914400">
              <a:lnSpc>
                <a:spcPct val="100000"/>
              </a:lnSpc>
              <a:buClr>
                <a:srgbClr val="000000"/>
              </a:buClr>
              <a:buFont typeface="Arial"/>
              <a:buChar char="•"/>
              <a:tabLst>
                <a:tab algn="l" pos="0"/>
              </a:tabLst>
            </a:pPr>
            <a:r>
              <a:rPr b="0" lang="ru-RU" sz="1200" spc="-1" strike="noStrike">
                <a:solidFill>
                  <a:schemeClr val="dk1"/>
                </a:solidFill>
                <a:latin typeface="+mn-lt"/>
                <a:ea typeface="+mn-ea"/>
              </a:rPr>
              <a:t>Переключиться назад в ту ветку, где вы пишете статью и продолжить работать.</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46" name="PlaceHolder 3"/>
          <p:cNvSpPr>
            <a:spLocks noGrp="1"/>
          </p:cNvSpPr>
          <p:nvPr>
            <p:ph type="sldNum" idx="9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53EDB26-7673-4758-A4FA-C7BE49D5C90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sldImg"/>
          </p:nvPr>
        </p:nvSpPr>
        <p:spPr>
          <a:xfrm>
            <a:off x="2925720" y="849240"/>
            <a:ext cx="4076280" cy="2293560"/>
          </a:xfrm>
          <a:prstGeom prst="rect">
            <a:avLst/>
          </a:prstGeom>
          <a:ln w="0">
            <a:noFill/>
          </a:ln>
        </p:spPr>
      </p:sp>
      <p:sp>
        <p:nvSpPr>
          <p:cNvPr id="54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49" name="PlaceHolder 3"/>
          <p:cNvSpPr>
            <a:spLocks noGrp="1"/>
          </p:cNvSpPr>
          <p:nvPr>
            <p:ph type="sldNum" idx="9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E85391D-33F4-4225-A731-5A07304EE07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Img"/>
          </p:nvPr>
        </p:nvSpPr>
        <p:spPr>
          <a:xfrm>
            <a:off x="2925720" y="849240"/>
            <a:ext cx="4076280" cy="2293560"/>
          </a:xfrm>
          <a:prstGeom prst="rect">
            <a:avLst/>
          </a:prstGeom>
          <a:ln w="0">
            <a:noFill/>
          </a:ln>
        </p:spPr>
      </p:sp>
      <p:sp>
        <p:nvSpPr>
          <p:cNvPr id="551"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en-US" sz="1200" spc="-1" strike="noStrike">
                <a:solidFill>
                  <a:schemeClr val="dk1"/>
                </a:solidFill>
                <a:latin typeface="+mn-lt"/>
                <a:ea typeface="+mn-ea"/>
              </a:rPr>
              <a:t>https://itproger.com/course/git/3</a:t>
            </a:r>
            <a:endParaRPr b="0" lang="en-US" sz="1200" spc="-1" strike="noStrike">
              <a:solidFill>
                <a:srgbClr val="000000"/>
              </a:solidFill>
              <a:latin typeface="Arial"/>
            </a:endParaRPr>
          </a:p>
          <a:p>
            <a:pPr marL="216000" indent="0">
              <a:lnSpc>
                <a:spcPct val="100000"/>
              </a:lnSpc>
              <a:buNone/>
            </a:pPr>
            <a:r>
              <a:rPr b="1" lang="ru-RU" sz="1200" spc="-1" strike="noStrike">
                <a:solidFill>
                  <a:schemeClr val="dk1"/>
                </a:solidFill>
                <a:latin typeface="+mn-lt"/>
                <a:ea typeface="+mn-ea"/>
              </a:rPr>
              <a:t>список действий, которые производит git checkout</a:t>
            </a:r>
            <a:r>
              <a:rPr b="0" lang="ru-RU" sz="1200" spc="-1" strike="noStrike">
                <a:solidFill>
                  <a:schemeClr val="dk1"/>
                </a:solidFill>
                <a:latin typeface="+mn-lt"/>
                <a:ea typeface="+mn-ea"/>
              </a:rPr>
              <a:t>, чтобы </a:t>
            </a:r>
            <a:r>
              <a:rPr b="1" lang="ru-RU" sz="1200" spc="-1" strike="noStrike">
                <a:solidFill>
                  <a:schemeClr val="dk1"/>
                </a:solidFill>
                <a:latin typeface="+mn-lt"/>
                <a:ea typeface="+mn-ea"/>
              </a:rPr>
              <a:t>переключить</a:t>
            </a:r>
            <a:r>
              <a:rPr b="0" lang="ru-RU" sz="1200" spc="-1" strike="noStrike">
                <a:solidFill>
                  <a:schemeClr val="dk1"/>
                </a:solidFill>
                <a:latin typeface="+mn-lt"/>
                <a:ea typeface="+mn-ea"/>
              </a:rPr>
              <a:t> нас </a:t>
            </a:r>
            <a:r>
              <a:rPr b="1" lang="ru-RU" sz="1200" spc="-1" strike="noStrike">
                <a:solidFill>
                  <a:schemeClr val="dk1"/>
                </a:solidFill>
                <a:latin typeface="+mn-lt"/>
                <a:ea typeface="+mn-ea"/>
              </a:rPr>
              <a:t>на новую ветку</a:t>
            </a:r>
            <a:r>
              <a:rPr b="0" lang="ru-RU" sz="1200" spc="-1" strike="noStrike">
                <a:solidFill>
                  <a:schemeClr val="dk1"/>
                </a:solidFill>
                <a:latin typeface="+mn-lt"/>
                <a:ea typeface="+mn-ea"/>
              </a:rPr>
              <a:t>:</a:t>
            </a:r>
            <a:br>
              <a:rPr sz="2000"/>
            </a:br>
            <a:r>
              <a:rPr b="0" lang="ru-RU" sz="1200" spc="-1" strike="noStrike">
                <a:solidFill>
                  <a:schemeClr val="dk1"/>
                </a:solidFill>
                <a:latin typeface="+mn-lt"/>
                <a:ea typeface="+mn-ea"/>
              </a:rPr>
              <a:t>Программа проверяет, существует ли указанная ветка.</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Затем программа переключает указатель </a:t>
            </a:r>
            <a:r>
              <a:rPr b="1" lang="ru-RU" sz="1200" spc="-1" strike="noStrike">
                <a:solidFill>
                  <a:schemeClr val="dk1"/>
                </a:solidFill>
                <a:latin typeface="+mn-lt"/>
                <a:ea typeface="+mn-ea"/>
              </a:rPr>
              <a:t>HEAD </a:t>
            </a:r>
            <a:r>
              <a:rPr b="0" lang="ru-RU" sz="1200" spc="-1" strike="noStrike">
                <a:solidFill>
                  <a:schemeClr val="dk1"/>
                </a:solidFill>
                <a:latin typeface="+mn-lt"/>
                <a:ea typeface="+mn-ea"/>
              </a:rPr>
              <a:t>на новую ветку.</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Последним шагом программа меняет рабочую копию так, чтобы она соответствовала новой ветке.</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Чтобы просмотреть проект на стадии какого-либо коммита вам необходимо прописать команду </a:t>
            </a:r>
            <a:r>
              <a:rPr b="1" lang="ru-RU" sz="1200" spc="-1" strike="noStrike">
                <a:solidFill>
                  <a:schemeClr val="dk1"/>
                </a:solidFill>
                <a:latin typeface="+mn-lt"/>
                <a:ea typeface="+mn-ea"/>
              </a:rPr>
              <a:t>git checkout id</a:t>
            </a:r>
            <a:r>
              <a:rPr b="0" lang="ru-RU" sz="1200" spc="-1" strike="noStrike">
                <a:solidFill>
                  <a:schemeClr val="dk1"/>
                </a:solidFill>
                <a:latin typeface="+mn-lt"/>
                <a:ea typeface="+mn-ea"/>
              </a:rPr>
              <a:t>, где id это идентификатор коммита, который хотите просмотреть.</a:t>
            </a:r>
            <a:endParaRPr b="0" lang="en-US" sz="1200" spc="-1" strike="noStrike">
              <a:solidFill>
                <a:srgbClr val="000000"/>
              </a:solidFill>
              <a:latin typeface="Arial"/>
            </a:endParaRPr>
          </a:p>
          <a:p>
            <a:pPr marL="216000" indent="0">
              <a:lnSpc>
                <a:spcPct val="100000"/>
              </a:lnSpc>
              <a:buNone/>
            </a:pPr>
            <a:br>
              <a:rPr sz="1200"/>
            </a:b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Чтобы узнать id изначально пропишите команду </a:t>
            </a:r>
            <a:r>
              <a:rPr b="1" lang="ru-RU" sz="1200" spc="-1" strike="noStrike">
                <a:solidFill>
                  <a:schemeClr val="dk1"/>
                </a:solidFill>
                <a:latin typeface="+mn-lt"/>
                <a:ea typeface="+mn-ea"/>
              </a:rPr>
              <a:t>git log --oneline</a:t>
            </a:r>
            <a:r>
              <a:rPr b="0" lang="ru-RU" sz="1200" spc="-1" strike="noStrike">
                <a:solidFill>
                  <a:schemeClr val="dk1"/>
                </a:solidFill>
                <a:latin typeface="+mn-lt"/>
                <a:ea typeface="+mn-ea"/>
              </a:rPr>
              <a:t>. Тогда вы получите список всех коммитов что были сделаны в вашем проекте, а также их идентификаторы.</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Чтобы просмотреть какой-либо коммит выполните комманду: </a:t>
            </a:r>
            <a:r>
              <a:rPr b="1" lang="ru-RU" sz="2000" spc="-1" strike="noStrike">
                <a:solidFill>
                  <a:srgbClr val="000000"/>
                </a:solidFill>
                <a:latin typeface="+mn-lt"/>
                <a:ea typeface="+mn-ea"/>
              </a:rPr>
              <a:t>git checkout 102e2f1</a:t>
            </a:r>
            <a:r>
              <a:rPr b="0" lang="ru-RU"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Здесь вы просмотрите проект на стадии первого коммита.</a:t>
            </a:r>
            <a:endParaRPr b="0" lang="en-US" sz="1200" spc="-1" strike="noStrike">
              <a:solidFill>
                <a:srgbClr val="000000"/>
              </a:solidFill>
              <a:latin typeface="Arial"/>
            </a:endParaRPr>
          </a:p>
        </p:txBody>
      </p:sp>
      <p:sp>
        <p:nvSpPr>
          <p:cNvPr id="552" name="PlaceHolder 3"/>
          <p:cNvSpPr>
            <a:spLocks noGrp="1"/>
          </p:cNvSpPr>
          <p:nvPr>
            <p:ph type="sldNum" idx="100"/>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B456FA7-5F65-4CCE-B380-15CCAFE1314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2925720" y="849240"/>
            <a:ext cx="4076280" cy="2293560"/>
          </a:xfrm>
          <a:prstGeom prst="rect">
            <a:avLst/>
          </a:prstGeom>
          <a:ln w="0">
            <a:noFill/>
          </a:ln>
        </p:spPr>
      </p:sp>
      <p:sp>
        <p:nvSpPr>
          <p:cNvPr id="554"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55" name="PlaceHolder 3"/>
          <p:cNvSpPr>
            <a:spLocks noGrp="1"/>
          </p:cNvSpPr>
          <p:nvPr>
            <p:ph type="sldNum" idx="101"/>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5ED5906-52BD-4251-AFD6-19BB15BC1F0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2925720" y="849240"/>
            <a:ext cx="4076280" cy="2293560"/>
          </a:xfrm>
          <a:prstGeom prst="rect">
            <a:avLst/>
          </a:prstGeom>
          <a:ln w="0">
            <a:noFill/>
          </a:ln>
        </p:spPr>
      </p:sp>
      <p:sp>
        <p:nvSpPr>
          <p:cNvPr id="557"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200" spc="-1" strike="noStrike">
                <a:solidFill>
                  <a:schemeClr val="dk1"/>
                </a:solidFill>
                <a:latin typeface="+mn-lt"/>
                <a:ea typeface="+mn-ea"/>
              </a:rPr>
              <a:t>https://devpractice.ru/git-for-beginners-part-5-create-repo-and-commit/ </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Теперь взглянем на список коммитов.</a:t>
            </a: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en-US" sz="2000" spc="-1" strike="noStrike">
                <a:solidFill>
                  <a:srgbClr val="000000"/>
                </a:solidFill>
                <a:latin typeface="+mn-lt"/>
                <a:ea typeface="+mn-ea"/>
              </a:rPr>
              <a:t>git log </a:t>
            </a:r>
            <a:endParaRPr b="0" lang="en-US" sz="20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en-US" sz="2000" spc="-1" strike="noStrike">
                <a:solidFill>
                  <a:srgbClr val="000000"/>
                </a:solidFill>
                <a:latin typeface="+mn-lt"/>
                <a:ea typeface="+mn-ea"/>
              </a:rPr>
              <a:t>commit 500067cc0b80643d38e2a24e9e0699031ada6be3 Author: Writer &lt;writer@someserver.com&gt; Date: Mon Feb 12 22:51:14 2018 +0500 [create repository] </a:t>
            </a:r>
            <a:r>
              <a:rPr b="0" lang="ru-RU" sz="1200" spc="-1" strike="noStrike">
                <a:solidFill>
                  <a:schemeClr val="dk1"/>
                </a:solidFill>
                <a:latin typeface="+mn-lt"/>
                <a:ea typeface="+mn-ea"/>
              </a:rPr>
              <a:t>Из приведенной информации видно, что был отправлен один коммит, который имеет </a:t>
            </a:r>
            <a:r>
              <a:rPr b="0" i="1" lang="en-US" sz="1200" spc="-1" strike="noStrike">
                <a:solidFill>
                  <a:schemeClr val="dk1"/>
                </a:solidFill>
                <a:latin typeface="+mn-lt"/>
                <a:ea typeface="+mn-ea"/>
              </a:rPr>
              <a:t>ID</a:t>
            </a:r>
            <a:r>
              <a:rPr b="0" lang="en-US" sz="1200" spc="-1" strike="noStrike">
                <a:solidFill>
                  <a:schemeClr val="dk1"/>
                </a:solidFill>
                <a:latin typeface="+mn-lt"/>
                <a:ea typeface="+mn-ea"/>
              </a:rPr>
              <a:t>: 500067cc0b80643d38e2a24e9e0699031ada6be3, </a:t>
            </a:r>
            <a:r>
              <a:rPr b="0" lang="ru-RU" sz="1200" spc="-1" strike="noStrike">
                <a:solidFill>
                  <a:schemeClr val="dk1"/>
                </a:solidFill>
                <a:latin typeface="+mn-lt"/>
                <a:ea typeface="+mn-ea"/>
              </a:rPr>
              <a:t>более подробно об идентификаторах будет рассказано в следующих уроках. Автор данного коммита </a:t>
            </a:r>
            <a:r>
              <a:rPr b="0" i="1" lang="en-US" sz="1200" spc="-1" strike="noStrike">
                <a:solidFill>
                  <a:schemeClr val="dk1"/>
                </a:solidFill>
                <a:latin typeface="+mn-lt"/>
                <a:ea typeface="+mn-ea"/>
              </a:rPr>
              <a:t>Writer</a:t>
            </a:r>
            <a:r>
              <a:rPr b="0" lang="en-US" sz="1200" spc="-1" strike="noStrike">
                <a:solidFill>
                  <a:schemeClr val="dk1"/>
                </a:solidFill>
                <a:latin typeface="+mn-lt"/>
                <a:ea typeface="+mn-ea"/>
              </a:rPr>
              <a:t>, </a:t>
            </a:r>
            <a:r>
              <a:rPr b="0" lang="ru-RU" sz="1200" spc="-1" strike="noStrike">
                <a:solidFill>
                  <a:schemeClr val="dk1"/>
                </a:solidFill>
                <a:latin typeface="+mn-lt"/>
                <a:ea typeface="+mn-ea"/>
              </a:rPr>
              <a:t>он (коммит) был создан </a:t>
            </a:r>
            <a:r>
              <a:rPr b="0" i="1" lang="en-US" sz="1200" spc="-1" strike="noStrike">
                <a:solidFill>
                  <a:schemeClr val="dk1"/>
                </a:solidFill>
                <a:latin typeface="+mn-lt"/>
                <a:ea typeface="+mn-ea"/>
              </a:rPr>
              <a:t>Mon Feb</a:t>
            </a:r>
            <a:r>
              <a:rPr b="0" lang="en-US" sz="1200" spc="-1" strike="noStrike">
                <a:solidFill>
                  <a:schemeClr val="dk1"/>
                </a:solidFill>
                <a:latin typeface="+mn-lt"/>
                <a:ea typeface="+mn-ea"/>
              </a:rPr>
              <a:t> 12 22:51:14 2018 +0500, </a:t>
            </a:r>
            <a:r>
              <a:rPr b="0" lang="ru-RU" sz="1200" spc="-1" strike="noStrike">
                <a:solidFill>
                  <a:schemeClr val="dk1"/>
                </a:solidFill>
                <a:latin typeface="+mn-lt"/>
                <a:ea typeface="+mn-ea"/>
              </a:rPr>
              <a:t>с сообщением:  </a:t>
            </a:r>
            <a:r>
              <a:rPr b="0" i="1" lang="ru-RU" sz="1200" spc="-1" strike="noStrike">
                <a:solidFill>
                  <a:schemeClr val="dk1"/>
                </a:solidFill>
                <a:latin typeface="+mn-lt"/>
                <a:ea typeface="+mn-ea"/>
              </a:rPr>
              <a:t>[</a:t>
            </a:r>
            <a:r>
              <a:rPr b="0" i="1" lang="en-US" sz="1200" spc="-1" strike="noStrike">
                <a:solidFill>
                  <a:schemeClr val="dk1"/>
                </a:solidFill>
                <a:latin typeface="+mn-lt"/>
                <a:ea typeface="+mn-ea"/>
              </a:rPr>
              <a:t>create repository]</a:t>
            </a:r>
            <a:r>
              <a:rPr b="0" lang="en-US" sz="1200" spc="-1" strike="noStrike">
                <a:solidFill>
                  <a:schemeClr val="dk1"/>
                </a:solidFill>
                <a:latin typeface="+mn-lt"/>
                <a:ea typeface="+mn-ea"/>
              </a:rPr>
              <a:t>. </a:t>
            </a:r>
            <a:r>
              <a:rPr b="0" lang="ru-RU" sz="1200" spc="-1" strike="noStrike">
                <a:solidFill>
                  <a:schemeClr val="dk1"/>
                </a:solidFill>
                <a:latin typeface="+mn-lt"/>
                <a:ea typeface="+mn-ea"/>
              </a:rPr>
              <a:t>Это довольно подробная информация, когда коммитов станет много, такой формат вывода будет не очень удобным, сокращенный вариант выглядит так.</a:t>
            </a:r>
            <a:endParaRPr b="0" lang="en-US" sz="12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en-US" sz="2000" spc="-1" strike="noStrike">
                <a:solidFill>
                  <a:srgbClr val="000000"/>
                </a:solidFill>
                <a:latin typeface="+mn-lt"/>
                <a:ea typeface="+mn-ea"/>
              </a:rPr>
              <a:t>git log --oneline </a:t>
            </a:r>
            <a:endParaRPr b="0" lang="en-US" sz="2000" spc="-1" strike="noStrike">
              <a:solidFill>
                <a:srgbClr val="000000"/>
              </a:solidFill>
              <a:latin typeface="Arial"/>
            </a:endParaRPr>
          </a:p>
          <a:p>
            <a:pPr marL="171360" indent="-171360" defTabSz="914400">
              <a:lnSpc>
                <a:spcPct val="100000"/>
              </a:lnSpc>
              <a:buClr>
                <a:srgbClr val="000000"/>
              </a:buClr>
              <a:buFont typeface="Wingdings" charset="2"/>
              <a:buChar char=""/>
              <a:tabLst>
                <a:tab algn="l" pos="0"/>
              </a:tabLst>
            </a:pPr>
            <a:r>
              <a:rPr b="0" lang="en-US" sz="2000" spc="-1" strike="noStrike">
                <a:solidFill>
                  <a:srgbClr val="000000"/>
                </a:solidFill>
                <a:latin typeface="+mn-lt"/>
                <a:ea typeface="+mn-ea"/>
              </a:rPr>
              <a:t>500067c [create repository]</a:t>
            </a:r>
            <a:endParaRPr b="0" lang="en-US" sz="2000" spc="-1" strike="noStrike">
              <a:solidFill>
                <a:srgbClr val="000000"/>
              </a:solidFill>
              <a:latin typeface="Arial"/>
            </a:endParaRPr>
          </a:p>
        </p:txBody>
      </p:sp>
      <p:sp>
        <p:nvSpPr>
          <p:cNvPr id="558" name="PlaceHolder 3"/>
          <p:cNvSpPr>
            <a:spLocks noGrp="1"/>
          </p:cNvSpPr>
          <p:nvPr>
            <p:ph type="sldNum" idx="102"/>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86FC88B-7B13-476E-97CE-FB6ACE88509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2925720" y="849240"/>
            <a:ext cx="4076280" cy="2293560"/>
          </a:xfrm>
          <a:prstGeom prst="rect">
            <a:avLst/>
          </a:prstGeom>
          <a:ln w="0">
            <a:noFill/>
          </a:ln>
        </p:spPr>
      </p:sp>
      <p:sp>
        <p:nvSpPr>
          <p:cNvPr id="560"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61" name="PlaceHolder 3"/>
          <p:cNvSpPr>
            <a:spLocks noGrp="1"/>
          </p:cNvSpPr>
          <p:nvPr>
            <p:ph type="sldNum" idx="103"/>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F23E654-F0E7-4604-B3D5-42D97FAB63F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2925720" y="849240"/>
            <a:ext cx="4076280" cy="2293560"/>
          </a:xfrm>
          <a:prstGeom prst="rect">
            <a:avLst/>
          </a:prstGeom>
          <a:ln w="0">
            <a:noFill/>
          </a:ln>
        </p:spPr>
      </p:sp>
      <p:sp>
        <p:nvSpPr>
          <p:cNvPr id="563"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ru-RU" sz="1200" spc="-1" strike="noStrike">
                <a:solidFill>
                  <a:schemeClr val="dk1"/>
                </a:solidFill>
                <a:latin typeface="+mn-lt"/>
                <a:ea typeface="+mn-ea"/>
              </a:rPr>
              <a:t>Команда </a:t>
            </a:r>
            <a:r>
              <a:rPr b="1" lang="ru-RU" sz="1200" spc="-1" strike="noStrike">
                <a:solidFill>
                  <a:schemeClr val="dk1"/>
                </a:solidFill>
                <a:latin typeface="+mn-lt"/>
                <a:ea typeface="+mn-ea"/>
              </a:rPr>
              <a:t>pull</a:t>
            </a:r>
            <a:r>
              <a:rPr b="0" lang="ru-RU" sz="1200" spc="-1" strike="noStrike">
                <a:solidFill>
                  <a:schemeClr val="dk1"/>
                </a:solidFill>
                <a:latin typeface="+mn-lt"/>
                <a:ea typeface="+mn-ea"/>
              </a:rPr>
              <a:t> автоматически сливает коммиты, не давая вам сначала просмотреть их. Если вы не пристально следите за ветками, выполнение этой команды может привести к частым конфликтам.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Команда </a:t>
            </a:r>
            <a:r>
              <a:rPr b="0" lang="ru-RU" sz="2000" spc="-1" strike="noStrike">
                <a:solidFill>
                  <a:srgbClr val="000000"/>
                </a:solidFill>
                <a:latin typeface="+mn-lt"/>
                <a:ea typeface="+mn-ea"/>
              </a:rPr>
              <a:t>git pull</a:t>
            </a:r>
            <a:r>
              <a:rPr b="0" lang="ru-RU" sz="1200" spc="-1" strike="noStrike">
                <a:solidFill>
                  <a:schemeClr val="dk1"/>
                </a:solidFill>
                <a:latin typeface="+mn-lt"/>
                <a:ea typeface="+mn-ea"/>
              </a:rPr>
              <a:t> работает как комбинация команд </a:t>
            </a:r>
            <a:r>
              <a:rPr b="0" lang="ru-RU" sz="2000" spc="-1" strike="noStrike">
                <a:solidFill>
                  <a:srgbClr val="000000"/>
                </a:solidFill>
                <a:latin typeface="+mn-lt"/>
                <a:ea typeface="+mn-ea"/>
              </a:rPr>
              <a:t>git fetch</a:t>
            </a:r>
            <a:r>
              <a:rPr b="0" lang="ru-RU" sz="1200" spc="-1" strike="noStrike">
                <a:solidFill>
                  <a:schemeClr val="dk1"/>
                </a:solidFill>
                <a:latin typeface="+mn-lt"/>
                <a:ea typeface="+mn-ea"/>
              </a:rPr>
              <a:t> и </a:t>
            </a:r>
            <a:r>
              <a:rPr b="0" lang="ru-RU" sz="2000" spc="-1" strike="noStrike">
                <a:solidFill>
                  <a:srgbClr val="000000"/>
                </a:solidFill>
                <a:latin typeface="+mn-lt"/>
                <a:ea typeface="+mn-ea"/>
              </a:rPr>
              <a:t>git merge</a:t>
            </a:r>
            <a:r>
              <a:rPr b="0" lang="ru-RU" sz="1200" spc="-1" strike="noStrike">
                <a:solidFill>
                  <a:schemeClr val="dk1"/>
                </a:solidFill>
                <a:latin typeface="+mn-lt"/>
                <a:ea typeface="+mn-ea"/>
              </a:rPr>
              <a:t>, т. е. Git вначале забирает изменения из указанного удалённого репозитория, а затем пытается слить их с текущей веткой.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Команда </a:t>
            </a:r>
            <a:r>
              <a:rPr b="0" lang="ru-RU" sz="2000" spc="-1" strike="noStrike">
                <a:solidFill>
                  <a:srgbClr val="000000"/>
                </a:solidFill>
                <a:latin typeface="+mn-lt"/>
                <a:ea typeface="+mn-ea"/>
              </a:rPr>
              <a:t>git fetch</a:t>
            </a:r>
            <a:r>
              <a:rPr b="0" lang="ru-RU" sz="1200" spc="-1" strike="noStrike">
                <a:solidFill>
                  <a:schemeClr val="dk1"/>
                </a:solidFill>
                <a:latin typeface="+mn-lt"/>
                <a:ea typeface="+mn-ea"/>
              </a:rPr>
              <a:t> связывается с удалённым репозиторием и забирает из него все изменения, которых у вас пока нет и сохраняет их локально.</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 </a:t>
            </a:r>
            <a:r>
              <a:rPr b="0" lang="ru-RU" sz="2000" spc="-1" strike="noStrike">
                <a:solidFill>
                  <a:srgbClr val="000000"/>
                </a:solidFill>
                <a:latin typeface="+mn-lt"/>
                <a:ea typeface="+mn-ea"/>
              </a:rPr>
              <a:t>Мы можем использовать </a:t>
            </a:r>
            <a:r>
              <a:rPr b="0" lang="en-US" sz="2000" spc="-1" strike="noStrike">
                <a:solidFill>
                  <a:srgbClr val="000000"/>
                </a:solidFill>
                <a:latin typeface="+mn-lt"/>
                <a:ea typeface="+mn-ea"/>
              </a:rPr>
              <a:t>git-checkout </a:t>
            </a:r>
            <a:r>
              <a:rPr b="0" lang="ru-RU" sz="2000" spc="-1" strike="noStrike">
                <a:solidFill>
                  <a:srgbClr val="000000"/>
                </a:solidFill>
                <a:latin typeface="+mn-lt"/>
                <a:ea typeface="+mn-ea"/>
              </a:rPr>
              <a:t>команда с -</a:t>
            </a:r>
            <a:r>
              <a:rPr b="0" lang="en-US" sz="2000" spc="-1" strike="noStrike">
                <a:solidFill>
                  <a:srgbClr val="000000"/>
                </a:solidFill>
                <a:latin typeface="+mn-lt"/>
                <a:ea typeface="+mn-ea"/>
              </a:rPr>
              <a:t>b </a:t>
            </a:r>
            <a:r>
              <a:rPr b="0" lang="ru-RU" sz="2000" spc="-1" strike="noStrike">
                <a:solidFill>
                  <a:srgbClr val="000000"/>
                </a:solidFill>
                <a:latin typeface="+mn-lt"/>
                <a:ea typeface="+mn-ea"/>
              </a:rPr>
              <a:t>возможность создать новую ветку. Он создает новую ветку с указанным именем, а затем проверяет ее.</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 </a:t>
            </a:r>
            <a:r>
              <a:rPr b="0" lang="en-US" sz="2000" spc="-1" strike="noStrike">
                <a:solidFill>
                  <a:srgbClr val="000000"/>
                </a:solidFill>
                <a:latin typeface="+mn-lt"/>
                <a:ea typeface="+mn-ea"/>
              </a:rPr>
              <a:t>Create a branch locally and check it out</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git checkout -b &lt;branch&gt;</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 </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 Push the branch to the remote and set upstream</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git push [-u | –set-upstream] &lt;remote&gt; &lt;branch&gt;</a:t>
            </a:r>
            <a:endParaRPr b="0" lang="en-US" sz="20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Здесь &lt;</a:t>
            </a:r>
            <a:r>
              <a:rPr b="0" lang="en-US" sz="2000" spc="-1" strike="noStrike">
                <a:solidFill>
                  <a:srgbClr val="000000"/>
                </a:solidFill>
                <a:latin typeface="+mn-lt"/>
                <a:ea typeface="+mn-ea"/>
              </a:rPr>
              <a:t>remote&gt; </a:t>
            </a:r>
            <a:r>
              <a:rPr b="0" lang="ru-RU" sz="2000" spc="-1" strike="noStrike">
                <a:solidFill>
                  <a:srgbClr val="000000"/>
                </a:solidFill>
                <a:latin typeface="+mn-lt"/>
                <a:ea typeface="+mn-ea"/>
              </a:rPr>
              <a:t>является удаленной текущей веткой (обычно источником) и &lt;</a:t>
            </a:r>
            <a:r>
              <a:rPr b="0" lang="en-US" sz="2000" spc="-1" strike="noStrike">
                <a:solidFill>
                  <a:srgbClr val="000000"/>
                </a:solidFill>
                <a:latin typeface="+mn-lt"/>
                <a:ea typeface="+mn-ea"/>
              </a:rPr>
              <a:t>branch&gt; </a:t>
            </a:r>
            <a:r>
              <a:rPr b="0" lang="ru-RU" sz="2000" spc="-1" strike="noStrike">
                <a:solidFill>
                  <a:srgbClr val="000000"/>
                </a:solidFill>
                <a:latin typeface="+mn-lt"/>
                <a:ea typeface="+mn-ea"/>
              </a:rPr>
              <a:t>это название ветки. --</a:t>
            </a:r>
            <a:r>
              <a:rPr b="0" lang="en-US" sz="2000" spc="-1" strike="noStrike">
                <a:solidFill>
                  <a:srgbClr val="000000"/>
                </a:solidFill>
                <a:latin typeface="+mn-lt"/>
                <a:ea typeface="+mn-ea"/>
              </a:rPr>
              <a:t>set-upstream (</a:t>
            </a:r>
            <a:r>
              <a:rPr b="0" lang="ru-RU" sz="2000" spc="-1" strike="noStrike">
                <a:solidFill>
                  <a:srgbClr val="000000"/>
                </a:solidFill>
                <a:latin typeface="+mn-lt"/>
                <a:ea typeface="+mn-ea"/>
              </a:rPr>
              <a:t>или же -</a:t>
            </a:r>
            <a:r>
              <a:rPr b="0" lang="en-US" sz="2000" spc="-1" strike="noStrike">
                <a:solidFill>
                  <a:srgbClr val="000000"/>
                </a:solidFill>
                <a:latin typeface="+mn-lt"/>
                <a:ea typeface="+mn-ea"/>
              </a:rPr>
              <a:t>u) </a:t>
            </a:r>
            <a:r>
              <a:rPr b="0" lang="ru-RU" sz="2000" spc="-1" strike="noStrike">
                <a:solidFill>
                  <a:srgbClr val="000000"/>
                </a:solidFill>
                <a:latin typeface="+mn-lt"/>
                <a:ea typeface="+mn-ea"/>
              </a:rPr>
              <a:t>установить восходящую ветвь для данной ветки. Если --</a:t>
            </a:r>
            <a:r>
              <a:rPr b="0" lang="en-US" sz="2000" spc="-1" strike="noStrike">
                <a:solidFill>
                  <a:srgbClr val="000000"/>
                </a:solidFill>
                <a:latin typeface="+mn-lt"/>
                <a:ea typeface="+mn-ea"/>
              </a:rPr>
              <a:t>set-upstream </a:t>
            </a:r>
            <a:r>
              <a:rPr b="0" lang="ru-RU" sz="2000" spc="-1" strike="noStrike">
                <a:solidFill>
                  <a:srgbClr val="000000"/>
                </a:solidFill>
                <a:latin typeface="+mn-lt"/>
                <a:ea typeface="+mn-ea"/>
              </a:rPr>
              <a:t>опция пропущена, </a:t>
            </a:r>
            <a:r>
              <a:rPr b="0" lang="en-US" sz="2000" spc="-1" strike="noStrike">
                <a:solidFill>
                  <a:srgbClr val="000000"/>
                </a:solidFill>
                <a:latin typeface="+mn-lt"/>
                <a:ea typeface="+mn-ea"/>
              </a:rPr>
              <a:t>git pull </a:t>
            </a:r>
            <a:r>
              <a:rPr b="0" lang="ru-RU" sz="2000" spc="-1" strike="noStrike">
                <a:solidFill>
                  <a:srgbClr val="000000"/>
                </a:solidFill>
                <a:latin typeface="+mn-lt"/>
                <a:ea typeface="+mn-ea"/>
              </a:rPr>
              <a:t>и некоторые другие команды не будут выполняться. Вы также можете отправить новую ветку вверх по течению позже с помощью </a:t>
            </a:r>
            <a:r>
              <a:rPr b="0" lang="en-US" sz="2000" spc="-1" strike="noStrike">
                <a:solidFill>
                  <a:srgbClr val="000000"/>
                </a:solidFill>
                <a:latin typeface="+mn-lt"/>
                <a:ea typeface="+mn-ea"/>
              </a:rPr>
              <a:t>git push -u </a:t>
            </a:r>
            <a:r>
              <a:rPr b="0" lang="ru-RU" sz="2000" spc="-1" strike="noStrike">
                <a:solidFill>
                  <a:srgbClr val="000000"/>
                </a:solidFill>
                <a:latin typeface="+mn-lt"/>
                <a:ea typeface="+mn-ea"/>
              </a:rPr>
              <a:t>команда.</a:t>
            </a:r>
            <a:endParaRPr b="0" lang="en-US" sz="2000" spc="-1" strike="noStrike">
              <a:solidFill>
                <a:srgbClr val="000000"/>
              </a:solidFill>
              <a:latin typeface="Arial"/>
            </a:endParaRPr>
          </a:p>
        </p:txBody>
      </p:sp>
      <p:sp>
        <p:nvSpPr>
          <p:cNvPr id="564" name="PlaceHolder 3"/>
          <p:cNvSpPr>
            <a:spLocks noGrp="1"/>
          </p:cNvSpPr>
          <p:nvPr>
            <p:ph type="sldNum" idx="104"/>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7D5F31E-5168-456F-924C-A1F7CCC1D29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2925720" y="849240"/>
            <a:ext cx="4076280" cy="2293560"/>
          </a:xfrm>
          <a:prstGeom prst="rect">
            <a:avLst/>
          </a:prstGeom>
          <a:ln w="0">
            <a:noFill/>
          </a:ln>
        </p:spPr>
      </p:sp>
      <p:sp>
        <p:nvSpPr>
          <p:cNvPr id="566"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ru-RU" sz="1200" spc="-1" strike="noStrike">
                <a:solidFill>
                  <a:schemeClr val="dk1"/>
                </a:solidFill>
                <a:latin typeface="+mn-lt"/>
                <a:ea typeface="+mn-ea"/>
              </a:rPr>
              <a:t>Команда </a:t>
            </a:r>
            <a:r>
              <a:rPr b="1" lang="ru-RU" sz="1200" spc="-1" strike="noStrike">
                <a:solidFill>
                  <a:schemeClr val="dk1"/>
                </a:solidFill>
                <a:latin typeface="+mn-lt"/>
                <a:ea typeface="+mn-ea"/>
              </a:rPr>
              <a:t>pull</a:t>
            </a:r>
            <a:r>
              <a:rPr b="0" lang="ru-RU" sz="1200" spc="-1" strike="noStrike">
                <a:solidFill>
                  <a:schemeClr val="dk1"/>
                </a:solidFill>
                <a:latin typeface="+mn-lt"/>
                <a:ea typeface="+mn-ea"/>
              </a:rPr>
              <a:t> автоматически сливает коммиты, не давая вам сначала просмотреть их. Если вы не пристально следите за ветками, выполнение этой команды может привести к частым конфликтам.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Команда </a:t>
            </a:r>
            <a:r>
              <a:rPr b="0" lang="ru-RU" sz="2000" spc="-1" strike="noStrike">
                <a:solidFill>
                  <a:srgbClr val="000000"/>
                </a:solidFill>
                <a:latin typeface="+mn-lt"/>
                <a:ea typeface="+mn-ea"/>
              </a:rPr>
              <a:t>git pull</a:t>
            </a:r>
            <a:r>
              <a:rPr b="0" lang="ru-RU" sz="1200" spc="-1" strike="noStrike">
                <a:solidFill>
                  <a:schemeClr val="dk1"/>
                </a:solidFill>
                <a:latin typeface="+mn-lt"/>
                <a:ea typeface="+mn-ea"/>
              </a:rPr>
              <a:t> работает как комбинация команд </a:t>
            </a:r>
            <a:r>
              <a:rPr b="0" lang="ru-RU" sz="2000" spc="-1" strike="noStrike">
                <a:solidFill>
                  <a:srgbClr val="000000"/>
                </a:solidFill>
                <a:latin typeface="+mn-lt"/>
                <a:ea typeface="+mn-ea"/>
              </a:rPr>
              <a:t>git fetch</a:t>
            </a:r>
            <a:r>
              <a:rPr b="0" lang="ru-RU" sz="1200" spc="-1" strike="noStrike">
                <a:solidFill>
                  <a:schemeClr val="dk1"/>
                </a:solidFill>
                <a:latin typeface="+mn-lt"/>
                <a:ea typeface="+mn-ea"/>
              </a:rPr>
              <a:t> и </a:t>
            </a:r>
            <a:r>
              <a:rPr b="0" lang="ru-RU" sz="2000" spc="-1" strike="noStrike">
                <a:solidFill>
                  <a:srgbClr val="000000"/>
                </a:solidFill>
                <a:latin typeface="+mn-lt"/>
                <a:ea typeface="+mn-ea"/>
              </a:rPr>
              <a:t>git merge</a:t>
            </a:r>
            <a:r>
              <a:rPr b="0" lang="ru-RU" sz="1200" spc="-1" strike="noStrike">
                <a:solidFill>
                  <a:schemeClr val="dk1"/>
                </a:solidFill>
                <a:latin typeface="+mn-lt"/>
                <a:ea typeface="+mn-ea"/>
              </a:rPr>
              <a:t>, т. е. Git вначале забирает изменения из указанного удалённого репозитория, а затем пытается слить их с текущей веткой.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Команда </a:t>
            </a:r>
            <a:r>
              <a:rPr b="0" lang="ru-RU" sz="2000" spc="-1" strike="noStrike">
                <a:solidFill>
                  <a:srgbClr val="000000"/>
                </a:solidFill>
                <a:latin typeface="+mn-lt"/>
                <a:ea typeface="+mn-ea"/>
              </a:rPr>
              <a:t>git fetch</a:t>
            </a:r>
            <a:r>
              <a:rPr b="0" lang="ru-RU" sz="1200" spc="-1" strike="noStrike">
                <a:solidFill>
                  <a:schemeClr val="dk1"/>
                </a:solidFill>
                <a:latin typeface="+mn-lt"/>
                <a:ea typeface="+mn-ea"/>
              </a:rPr>
              <a:t> связывается с удалённым репозиторием и забирает из него все изменения, которых у вас пока нет и сохраняет их локально.</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 </a:t>
            </a:r>
            <a:r>
              <a:rPr b="0" lang="ru-RU" sz="2000" spc="-1" strike="noStrike">
                <a:solidFill>
                  <a:srgbClr val="000000"/>
                </a:solidFill>
                <a:latin typeface="+mn-lt"/>
                <a:ea typeface="+mn-ea"/>
              </a:rPr>
              <a:t>Мы можем использовать </a:t>
            </a:r>
            <a:r>
              <a:rPr b="0" lang="en-US" sz="2000" spc="-1" strike="noStrike">
                <a:solidFill>
                  <a:srgbClr val="000000"/>
                </a:solidFill>
                <a:latin typeface="+mn-lt"/>
                <a:ea typeface="+mn-ea"/>
              </a:rPr>
              <a:t>git-checkout </a:t>
            </a:r>
            <a:r>
              <a:rPr b="0" lang="ru-RU" sz="2000" spc="-1" strike="noStrike">
                <a:solidFill>
                  <a:srgbClr val="000000"/>
                </a:solidFill>
                <a:latin typeface="+mn-lt"/>
                <a:ea typeface="+mn-ea"/>
              </a:rPr>
              <a:t>команда с -</a:t>
            </a:r>
            <a:r>
              <a:rPr b="0" lang="en-US" sz="2000" spc="-1" strike="noStrike">
                <a:solidFill>
                  <a:srgbClr val="000000"/>
                </a:solidFill>
                <a:latin typeface="+mn-lt"/>
                <a:ea typeface="+mn-ea"/>
              </a:rPr>
              <a:t>b </a:t>
            </a:r>
            <a:r>
              <a:rPr b="0" lang="ru-RU" sz="2000" spc="-1" strike="noStrike">
                <a:solidFill>
                  <a:srgbClr val="000000"/>
                </a:solidFill>
                <a:latin typeface="+mn-lt"/>
                <a:ea typeface="+mn-ea"/>
              </a:rPr>
              <a:t>возможность создать новую ветку. Он создает новую ветку с указанным именем, а затем проверяет ее.</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 </a:t>
            </a:r>
            <a:r>
              <a:rPr b="0" lang="en-US" sz="2000" spc="-1" strike="noStrike">
                <a:solidFill>
                  <a:srgbClr val="000000"/>
                </a:solidFill>
                <a:latin typeface="+mn-lt"/>
                <a:ea typeface="+mn-ea"/>
              </a:rPr>
              <a:t>Create a branch locally and check it out</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git checkout -b &lt;branch&gt;</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 </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 Push the branch to the remote and set upstream</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git push [-u | –set-upstream] &lt;remote&gt; &lt;branch&gt;</a:t>
            </a:r>
            <a:endParaRPr b="0" lang="en-US" sz="2000" spc="-1" strike="noStrike">
              <a:solidFill>
                <a:srgbClr val="000000"/>
              </a:solidFill>
              <a:latin typeface="Arial"/>
            </a:endParaRPr>
          </a:p>
          <a:p>
            <a:pPr indent="0" defTabSz="914400">
              <a:lnSpc>
                <a:spcPct val="100000"/>
              </a:lnSpc>
              <a:buNone/>
              <a:tabLst>
                <a:tab algn="l" pos="0"/>
              </a:tabLst>
            </a:pPr>
            <a:r>
              <a:rPr b="0" lang="ru-RU" sz="2000" spc="-1" strike="noStrike">
                <a:solidFill>
                  <a:srgbClr val="000000"/>
                </a:solidFill>
                <a:latin typeface="+mn-lt"/>
                <a:ea typeface="+mn-ea"/>
              </a:rPr>
              <a:t>Здесь &lt;</a:t>
            </a:r>
            <a:r>
              <a:rPr b="0" lang="en-US" sz="2000" spc="-1" strike="noStrike">
                <a:solidFill>
                  <a:srgbClr val="000000"/>
                </a:solidFill>
                <a:latin typeface="+mn-lt"/>
                <a:ea typeface="+mn-ea"/>
              </a:rPr>
              <a:t>remote&gt; </a:t>
            </a:r>
            <a:r>
              <a:rPr b="0" lang="ru-RU" sz="2000" spc="-1" strike="noStrike">
                <a:solidFill>
                  <a:srgbClr val="000000"/>
                </a:solidFill>
                <a:latin typeface="+mn-lt"/>
                <a:ea typeface="+mn-ea"/>
              </a:rPr>
              <a:t>является удаленной текущей веткой (обычно источником) и &lt;</a:t>
            </a:r>
            <a:r>
              <a:rPr b="0" lang="en-US" sz="2000" spc="-1" strike="noStrike">
                <a:solidFill>
                  <a:srgbClr val="000000"/>
                </a:solidFill>
                <a:latin typeface="+mn-lt"/>
                <a:ea typeface="+mn-ea"/>
              </a:rPr>
              <a:t>branch&gt; </a:t>
            </a:r>
            <a:r>
              <a:rPr b="0" lang="ru-RU" sz="2000" spc="-1" strike="noStrike">
                <a:solidFill>
                  <a:srgbClr val="000000"/>
                </a:solidFill>
                <a:latin typeface="+mn-lt"/>
                <a:ea typeface="+mn-ea"/>
              </a:rPr>
              <a:t>это название ветки. --</a:t>
            </a:r>
            <a:r>
              <a:rPr b="0" lang="en-US" sz="2000" spc="-1" strike="noStrike">
                <a:solidFill>
                  <a:srgbClr val="000000"/>
                </a:solidFill>
                <a:latin typeface="+mn-lt"/>
                <a:ea typeface="+mn-ea"/>
              </a:rPr>
              <a:t>set-upstream (</a:t>
            </a:r>
            <a:r>
              <a:rPr b="0" lang="ru-RU" sz="2000" spc="-1" strike="noStrike">
                <a:solidFill>
                  <a:srgbClr val="000000"/>
                </a:solidFill>
                <a:latin typeface="+mn-lt"/>
                <a:ea typeface="+mn-ea"/>
              </a:rPr>
              <a:t>или же -</a:t>
            </a:r>
            <a:r>
              <a:rPr b="0" lang="en-US" sz="2000" spc="-1" strike="noStrike">
                <a:solidFill>
                  <a:srgbClr val="000000"/>
                </a:solidFill>
                <a:latin typeface="+mn-lt"/>
                <a:ea typeface="+mn-ea"/>
              </a:rPr>
              <a:t>u) </a:t>
            </a:r>
            <a:r>
              <a:rPr b="0" lang="ru-RU" sz="2000" spc="-1" strike="noStrike">
                <a:solidFill>
                  <a:srgbClr val="000000"/>
                </a:solidFill>
                <a:latin typeface="+mn-lt"/>
                <a:ea typeface="+mn-ea"/>
              </a:rPr>
              <a:t>установить восходящую ветвь для данной ветки. Если --</a:t>
            </a:r>
            <a:r>
              <a:rPr b="0" lang="en-US" sz="2000" spc="-1" strike="noStrike">
                <a:solidFill>
                  <a:srgbClr val="000000"/>
                </a:solidFill>
                <a:latin typeface="+mn-lt"/>
                <a:ea typeface="+mn-ea"/>
              </a:rPr>
              <a:t>set-upstream </a:t>
            </a:r>
            <a:r>
              <a:rPr b="0" lang="ru-RU" sz="2000" spc="-1" strike="noStrike">
                <a:solidFill>
                  <a:srgbClr val="000000"/>
                </a:solidFill>
                <a:latin typeface="+mn-lt"/>
                <a:ea typeface="+mn-ea"/>
              </a:rPr>
              <a:t>опция пропущена, </a:t>
            </a:r>
            <a:r>
              <a:rPr b="0" lang="en-US" sz="2000" spc="-1" strike="noStrike">
                <a:solidFill>
                  <a:srgbClr val="000000"/>
                </a:solidFill>
                <a:latin typeface="+mn-lt"/>
                <a:ea typeface="+mn-ea"/>
              </a:rPr>
              <a:t>git pull </a:t>
            </a:r>
            <a:r>
              <a:rPr b="0" lang="ru-RU" sz="2000" spc="-1" strike="noStrike">
                <a:solidFill>
                  <a:srgbClr val="000000"/>
                </a:solidFill>
                <a:latin typeface="+mn-lt"/>
                <a:ea typeface="+mn-ea"/>
              </a:rPr>
              <a:t>и некоторые другие команды не будут выполняться. Вы также можете отправить новую ветку вверх по течению позже с помощью </a:t>
            </a:r>
            <a:r>
              <a:rPr b="0" lang="en-US" sz="2000" spc="-1" strike="noStrike">
                <a:solidFill>
                  <a:srgbClr val="000000"/>
                </a:solidFill>
                <a:latin typeface="+mn-lt"/>
                <a:ea typeface="+mn-ea"/>
              </a:rPr>
              <a:t>git push -u </a:t>
            </a:r>
            <a:r>
              <a:rPr b="0" lang="ru-RU" sz="2000" spc="-1" strike="noStrike">
                <a:solidFill>
                  <a:srgbClr val="000000"/>
                </a:solidFill>
                <a:latin typeface="+mn-lt"/>
                <a:ea typeface="+mn-ea"/>
              </a:rPr>
              <a:t>команда.</a:t>
            </a:r>
            <a:endParaRPr b="0" lang="en-US" sz="2000" spc="-1" strike="noStrike">
              <a:solidFill>
                <a:srgbClr val="000000"/>
              </a:solidFill>
              <a:latin typeface="Arial"/>
            </a:endParaRPr>
          </a:p>
        </p:txBody>
      </p:sp>
      <p:sp>
        <p:nvSpPr>
          <p:cNvPr id="567" name="PlaceHolder 3"/>
          <p:cNvSpPr>
            <a:spLocks noGrp="1"/>
          </p:cNvSpPr>
          <p:nvPr>
            <p:ph type="sldNum" idx="105"/>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20530F6-E794-4CB3-A28F-94F381B74BC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2925720" y="849240"/>
            <a:ext cx="4076280" cy="2293560"/>
          </a:xfrm>
          <a:prstGeom prst="rect">
            <a:avLst/>
          </a:prstGeom>
          <a:ln w="0">
            <a:noFill/>
          </a:ln>
        </p:spPr>
      </p:sp>
      <p:sp>
        <p:nvSpPr>
          <p:cNvPr id="569"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70" name="PlaceHolder 3"/>
          <p:cNvSpPr>
            <a:spLocks noGrp="1"/>
          </p:cNvSpPr>
          <p:nvPr>
            <p:ph type="sldNum" idx="106"/>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AC55A19-D166-4AE5-ABA3-366AF7B9AEF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2925720" y="849240"/>
            <a:ext cx="4076280" cy="2293560"/>
          </a:xfrm>
          <a:prstGeom prst="rect">
            <a:avLst/>
          </a:prstGeom>
          <a:ln w="0">
            <a:noFill/>
          </a:ln>
        </p:spPr>
      </p:sp>
      <p:sp>
        <p:nvSpPr>
          <p:cNvPr id="57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r>
              <a:rPr b="1" lang="en-US" sz="1200" spc="-1" strike="noStrike">
                <a:solidFill>
                  <a:schemeClr val="dk1"/>
                </a:solidFill>
                <a:latin typeface="+mn-lt"/>
                <a:ea typeface="+mn-ea"/>
              </a:rPr>
              <a:t>https://pingvinus.ru/git/1690</a:t>
            </a:r>
            <a:endParaRPr b="0" lang="en-US" sz="12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https://www.atlassian.com/ru/git/tutorials/using-branches/git-merge</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https://itproger.com/course/git/5</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Слияние используется в Git, чтобы собрать воедино разветвленную историю. Команда git merge выполняет слияние отдельных направлений разработки, созданных с помощью команды git branch, в единую ветку.</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Обратите внимание: все приведенные ниже команды выполняют слияние в текущую ветку, в то время как целевая ветка остается без изменений. Поэтому команда git merge часто используется в сочетании с командами git checkout (для выбора текущей ветки) и git branch -d (для удаления устаревшей целевой ветки).</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ru-RU" sz="2000" spc="-1" strike="noStrike">
                <a:solidFill>
                  <a:schemeClr val="dk1"/>
                </a:solidFill>
                <a:latin typeface="+mn-lt"/>
                <a:ea typeface="+mn-ea"/>
              </a:rPr>
              <a:t>При слиянии веток могут происходить конфликты. Для разрешения</a:t>
            </a:r>
            <a:r>
              <a:rPr b="0" lang="en-US" sz="2000" spc="-1" strike="noStrike">
                <a:solidFill>
                  <a:schemeClr val="dk1"/>
                </a:solidFill>
                <a:latin typeface="+mn-lt"/>
                <a:ea typeface="+mn-ea"/>
              </a:rPr>
              <a:t> </a:t>
            </a:r>
            <a:r>
              <a:rPr b="0" lang="ru-RU" sz="2000" spc="-1" strike="noStrike">
                <a:solidFill>
                  <a:schemeClr val="dk1"/>
                </a:solidFill>
                <a:latin typeface="+mn-lt"/>
                <a:ea typeface="+mn-ea"/>
              </a:rPr>
              <a:t>конфликтов можно использовать git mergetool. (Используйте десктопные</a:t>
            </a:r>
            <a:r>
              <a:rPr b="0" lang="en-US" sz="2000" spc="-1" strike="noStrike">
                <a:solidFill>
                  <a:schemeClr val="dk1"/>
                </a:solidFill>
                <a:latin typeface="+mn-lt"/>
                <a:ea typeface="+mn-ea"/>
              </a:rPr>
              <a:t> </a:t>
            </a:r>
            <a:r>
              <a:rPr b="0" lang="ru-RU" sz="2000" spc="-1" strike="noStrike">
                <a:solidFill>
                  <a:schemeClr val="dk1"/>
                </a:solidFill>
                <a:latin typeface="+mn-lt"/>
                <a:ea typeface="+mn-ea"/>
              </a:rPr>
              <a:t>версии с </a:t>
            </a:r>
            <a:r>
              <a:rPr b="0" lang="en-US" sz="2000" spc="-1" strike="noStrike">
                <a:solidFill>
                  <a:schemeClr val="dk1"/>
                </a:solidFill>
                <a:latin typeface="+mn-lt"/>
                <a:ea typeface="+mn-ea"/>
              </a:rPr>
              <a:t>UI).</a:t>
            </a: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p:txBody>
      </p:sp>
      <p:sp>
        <p:nvSpPr>
          <p:cNvPr id="573" name="PlaceHolder 3"/>
          <p:cNvSpPr>
            <a:spLocks noGrp="1"/>
          </p:cNvSpPr>
          <p:nvPr>
            <p:ph type="sldNum" idx="10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7FF2BB1-A0C9-490B-857E-3E759F112F1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2925720" y="849240"/>
            <a:ext cx="4076280" cy="2293560"/>
          </a:xfrm>
          <a:prstGeom prst="rect">
            <a:avLst/>
          </a:prstGeom>
          <a:ln w="0">
            <a:noFill/>
          </a:ln>
        </p:spPr>
      </p:sp>
      <p:sp>
        <p:nvSpPr>
          <p:cNvPr id="57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endParaRPr b="0" lang="en-US" sz="1200" spc="-1" strike="noStrike">
              <a:solidFill>
                <a:srgbClr val="000000"/>
              </a:solidFill>
              <a:latin typeface="Arial"/>
            </a:endParaRPr>
          </a:p>
        </p:txBody>
      </p:sp>
      <p:sp>
        <p:nvSpPr>
          <p:cNvPr id="576" name="PlaceHolder 3"/>
          <p:cNvSpPr>
            <a:spLocks noGrp="1"/>
          </p:cNvSpPr>
          <p:nvPr>
            <p:ph type="sldNum" idx="10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7ED72D6-2834-4178-895D-B2D35BA218C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2925720" y="849240"/>
            <a:ext cx="4076280" cy="2293560"/>
          </a:xfrm>
          <a:prstGeom prst="rect">
            <a:avLst/>
          </a:prstGeom>
          <a:ln w="0">
            <a:noFill/>
          </a:ln>
        </p:spPr>
      </p:sp>
      <p:sp>
        <p:nvSpPr>
          <p:cNvPr id="57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endParaRPr b="0" lang="en-US" sz="1200" spc="-1" strike="noStrike">
              <a:solidFill>
                <a:srgbClr val="000000"/>
              </a:solidFill>
              <a:latin typeface="Arial"/>
            </a:endParaRPr>
          </a:p>
        </p:txBody>
      </p:sp>
      <p:sp>
        <p:nvSpPr>
          <p:cNvPr id="579" name="PlaceHolder 3"/>
          <p:cNvSpPr>
            <a:spLocks noGrp="1"/>
          </p:cNvSpPr>
          <p:nvPr>
            <p:ph type="sldNum" idx="10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349A593-EC9B-423A-8F4A-129A75C3AA7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2925720" y="849240"/>
            <a:ext cx="4076280" cy="2293560"/>
          </a:xfrm>
          <a:prstGeom prst="rect">
            <a:avLst/>
          </a:prstGeom>
          <a:ln w="0">
            <a:noFill/>
          </a:ln>
        </p:spPr>
      </p:sp>
      <p:sp>
        <p:nvSpPr>
          <p:cNvPr id="581"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endParaRPr b="0" lang="en-US" sz="1200" spc="-1" strike="noStrike">
              <a:solidFill>
                <a:srgbClr val="000000"/>
              </a:solidFill>
              <a:latin typeface="Arial"/>
            </a:endParaRPr>
          </a:p>
        </p:txBody>
      </p:sp>
      <p:sp>
        <p:nvSpPr>
          <p:cNvPr id="582" name="PlaceHolder 3"/>
          <p:cNvSpPr>
            <a:spLocks noGrp="1"/>
          </p:cNvSpPr>
          <p:nvPr>
            <p:ph type="sldNum" idx="110"/>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C8A6FC0-23B7-496E-8192-A7C68732144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2925720" y="849240"/>
            <a:ext cx="4076280" cy="2293560"/>
          </a:xfrm>
          <a:prstGeom prst="rect">
            <a:avLst/>
          </a:prstGeom>
          <a:ln w="0">
            <a:noFill/>
          </a:ln>
        </p:spPr>
      </p:sp>
      <p:sp>
        <p:nvSpPr>
          <p:cNvPr id="584"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1" lang="ru-RU"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Переименовать удаленную ветку</a:t>
            </a:r>
            <a:r>
              <a:rPr b="0" lang="en-US"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branch -m oldname newname   </a:t>
            </a:r>
            <a:r>
              <a:rPr b="0" lang="ru-RU" sz="1200" spc="-1" strike="noStrike">
                <a:solidFill>
                  <a:schemeClr val="dk1"/>
                </a:solidFill>
                <a:latin typeface="+mn-lt"/>
                <a:ea typeface="+mn-ea"/>
              </a:rPr>
              <a:t>Переименовать локальную ветку</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push origin :oldname   </a:t>
            </a:r>
            <a:r>
              <a:rPr b="0" lang="ru-RU" sz="1200" spc="-1" strike="noStrike">
                <a:solidFill>
                  <a:schemeClr val="dk1"/>
                </a:solidFill>
                <a:latin typeface="+mn-lt"/>
                <a:ea typeface="+mn-ea"/>
              </a:rPr>
              <a:t>Удалить ветку (oldname), которую вы хотите переименовать</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push origin -u newname  </a:t>
            </a:r>
            <a:r>
              <a:rPr b="0" lang="ru-RU" sz="1200" spc="-1" strike="noStrike">
                <a:solidFill>
                  <a:schemeClr val="dk1"/>
                </a:solidFill>
                <a:latin typeface="+mn-lt"/>
                <a:ea typeface="+mn-ea"/>
              </a:rPr>
              <a:t>Загрузить (push) ветку newname в удаленный репозиторий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merge fix_bug_001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мержим ветки (</a:t>
            </a:r>
            <a:r>
              <a:rPr b="0" lang="en-US" sz="1200" spc="-1" strike="noStrike">
                <a:solidFill>
                  <a:schemeClr val="dk1"/>
                </a:solidFill>
                <a:latin typeface="+mn-lt"/>
                <a:ea typeface="+mn-ea"/>
              </a:rPr>
              <a:t>fix/bug_001 -&gt; _master)</a:t>
            </a: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branch -d fix_bug_001</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удаляем ветку</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85" name="PlaceHolder 3"/>
          <p:cNvSpPr>
            <a:spLocks noGrp="1"/>
          </p:cNvSpPr>
          <p:nvPr>
            <p:ph type="sldNum" idx="111"/>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C304474-30FC-425C-AA85-B425E78B9C8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2925720" y="849240"/>
            <a:ext cx="4076280" cy="2293560"/>
          </a:xfrm>
          <a:prstGeom prst="rect">
            <a:avLst/>
          </a:prstGeom>
          <a:ln w="0">
            <a:noFill/>
          </a:ln>
        </p:spPr>
      </p:sp>
      <p:sp>
        <p:nvSpPr>
          <p:cNvPr id="587"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endParaRPr b="0" lang="en-US" sz="1200" spc="-1" strike="noStrike">
              <a:solidFill>
                <a:srgbClr val="000000"/>
              </a:solidFill>
              <a:latin typeface="Arial"/>
            </a:endParaRPr>
          </a:p>
        </p:txBody>
      </p:sp>
      <p:sp>
        <p:nvSpPr>
          <p:cNvPr id="588" name="PlaceHolder 3"/>
          <p:cNvSpPr>
            <a:spLocks noGrp="1"/>
          </p:cNvSpPr>
          <p:nvPr>
            <p:ph type="sldNum" idx="112"/>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AAEB084-8BCD-44E8-A715-97322F59DD0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2925720" y="849240"/>
            <a:ext cx="4076280" cy="2293560"/>
          </a:xfrm>
          <a:prstGeom prst="rect">
            <a:avLst/>
          </a:prstGeom>
          <a:ln w="0">
            <a:noFill/>
          </a:ln>
        </p:spPr>
      </p:sp>
      <p:sp>
        <p:nvSpPr>
          <p:cNvPr id="590"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r>
              <a:rPr b="1" lang="ru-RU" sz="1200" spc="-1" strike="noStrike">
                <a:solidFill>
                  <a:schemeClr val="dk1"/>
                </a:solidFill>
                <a:latin typeface="+mn-lt"/>
                <a:ea typeface="+mn-ea"/>
              </a:rPr>
              <a:t>пояснить результат</a:t>
            </a:r>
            <a:endParaRPr b="0" lang="en-US" sz="1200" spc="-1" strike="noStrike">
              <a:solidFill>
                <a:srgbClr val="000000"/>
              </a:solidFill>
              <a:latin typeface="Arial"/>
            </a:endParaRPr>
          </a:p>
        </p:txBody>
      </p:sp>
      <p:sp>
        <p:nvSpPr>
          <p:cNvPr id="591" name="PlaceHolder 3"/>
          <p:cNvSpPr>
            <a:spLocks noGrp="1"/>
          </p:cNvSpPr>
          <p:nvPr>
            <p:ph type="sldNum" idx="113"/>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FA9EFBA-EE11-4360-A590-FF111BF609C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2925720" y="849240"/>
            <a:ext cx="4076280" cy="2293560"/>
          </a:xfrm>
          <a:prstGeom prst="rect">
            <a:avLst/>
          </a:prstGeom>
          <a:ln w="0">
            <a:noFill/>
          </a:ln>
        </p:spPr>
      </p:sp>
      <p:sp>
        <p:nvSpPr>
          <p:cNvPr id="593"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r>
              <a:rPr b="1" lang="ru-RU" sz="1200" spc="-1" strike="noStrike">
                <a:solidFill>
                  <a:schemeClr val="dk1"/>
                </a:solidFill>
                <a:latin typeface="+mn-lt"/>
                <a:ea typeface="+mn-ea"/>
              </a:rPr>
              <a:t>пояснить результат</a:t>
            </a:r>
            <a:endParaRPr b="0" lang="en-US" sz="1200" spc="-1" strike="noStrike">
              <a:solidFill>
                <a:srgbClr val="000000"/>
              </a:solidFill>
              <a:latin typeface="Arial"/>
            </a:endParaRPr>
          </a:p>
        </p:txBody>
      </p:sp>
      <p:sp>
        <p:nvSpPr>
          <p:cNvPr id="594" name="PlaceHolder 3"/>
          <p:cNvSpPr>
            <a:spLocks noGrp="1"/>
          </p:cNvSpPr>
          <p:nvPr>
            <p:ph type="sldNum" idx="114"/>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917B5AA-F6BA-4AEE-938F-9B693BD1E37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2925720" y="849240"/>
            <a:ext cx="4076280" cy="2293560"/>
          </a:xfrm>
          <a:prstGeom prst="rect">
            <a:avLst/>
          </a:prstGeom>
          <a:ln w="0">
            <a:noFill/>
          </a:ln>
        </p:spPr>
      </p:sp>
      <p:sp>
        <p:nvSpPr>
          <p:cNvPr id="596"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r>
              <a:rPr b="1" lang="ru-RU" sz="1200" spc="-1" strike="noStrike">
                <a:solidFill>
                  <a:schemeClr val="dk1"/>
                </a:solidFill>
                <a:latin typeface="+mn-lt"/>
                <a:ea typeface="+mn-ea"/>
              </a:rPr>
              <a:t>пояснить результат</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push origin iss53</a:t>
            </a:r>
            <a:r>
              <a:rPr b="0" lang="ru-RU" sz="1200" spc="-1" strike="noStrike">
                <a:solidFill>
                  <a:schemeClr val="dk1"/>
                </a:solidFill>
                <a:latin typeface="+mn-lt"/>
                <a:ea typeface="+mn-ea"/>
              </a:rPr>
              <a:t>:</a:t>
            </a:r>
            <a:r>
              <a:rPr b="0" lang="en-US" sz="1200" spc="-1" strike="noStrike">
                <a:solidFill>
                  <a:schemeClr val="dk1"/>
                </a:solidFill>
                <a:latin typeface="+mn-lt"/>
                <a:ea typeface="+mn-ea"/>
              </a:rPr>
              <a:t>br</a:t>
            </a:r>
            <a:r>
              <a:rPr b="0" lang="ru-RU" sz="1200" spc="-1" strike="noStrike">
                <a:solidFill>
                  <a:schemeClr val="dk1"/>
                </a:solidFill>
                <a:latin typeface="+mn-lt"/>
                <a:ea typeface="+mn-ea"/>
              </a:rPr>
              <a:t>1</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отправка изменений из локальной ветки </a:t>
            </a:r>
            <a:r>
              <a:rPr b="0" lang="en-US" sz="1200" spc="-1" strike="noStrike">
                <a:solidFill>
                  <a:schemeClr val="dk1"/>
                </a:solidFill>
                <a:latin typeface="+mn-lt"/>
                <a:ea typeface="+mn-ea"/>
              </a:rPr>
              <a:t>iss53 </a:t>
            </a:r>
            <a:r>
              <a:rPr b="0" lang="ru-RU" sz="1200" spc="-1" strike="noStrike">
                <a:solidFill>
                  <a:schemeClr val="dk1"/>
                </a:solidFill>
                <a:latin typeface="+mn-lt"/>
                <a:ea typeface="+mn-ea"/>
              </a:rPr>
              <a:t>в удаленную ветку</a:t>
            </a:r>
            <a:r>
              <a:rPr b="0" lang="en-US" sz="1200" spc="-1" strike="noStrike">
                <a:solidFill>
                  <a:schemeClr val="dk1"/>
                </a:solidFill>
                <a:latin typeface="+mn-lt"/>
                <a:ea typeface="+mn-ea"/>
              </a:rPr>
              <a:t> br1</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Переименовать удаленную ветку</a:t>
            </a:r>
            <a:r>
              <a:rPr b="0" lang="en-US" sz="1200" spc="-1" strike="noStrike">
                <a:solidFill>
                  <a:schemeClr val="dk1"/>
                </a:solidFill>
                <a:latin typeface="+mn-lt"/>
                <a:ea typeface="+mn-ea"/>
              </a:rPr>
              <a:t>: </a:t>
            </a: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branch -m oldname newname   </a:t>
            </a:r>
            <a:r>
              <a:rPr b="0" lang="ru-RU" sz="1200" spc="-1" strike="noStrike">
                <a:solidFill>
                  <a:schemeClr val="dk1"/>
                </a:solidFill>
                <a:latin typeface="+mn-lt"/>
                <a:ea typeface="+mn-ea"/>
              </a:rPr>
              <a:t>Переименовать локальную ветку</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push origin :oldname   </a:t>
            </a:r>
            <a:r>
              <a:rPr b="0" lang="ru-RU" sz="1200" spc="-1" strike="noStrike">
                <a:solidFill>
                  <a:schemeClr val="dk1"/>
                </a:solidFill>
                <a:latin typeface="+mn-lt"/>
                <a:ea typeface="+mn-ea"/>
              </a:rPr>
              <a:t>Удалить ветку (oldname), которую вы хотите переименовать</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push origin -u newname  </a:t>
            </a:r>
            <a:r>
              <a:rPr b="0" lang="ru-RU" sz="1200" spc="-1" strike="noStrike">
                <a:solidFill>
                  <a:schemeClr val="dk1"/>
                </a:solidFill>
                <a:latin typeface="+mn-lt"/>
                <a:ea typeface="+mn-ea"/>
              </a:rPr>
              <a:t>Загрузить (push) ветку newname в удаленный репозиторий</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merge fix_bug_001 </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мержим ветки (</a:t>
            </a:r>
            <a:r>
              <a:rPr b="0" lang="en-US" sz="1200" spc="-1" strike="noStrike">
                <a:solidFill>
                  <a:schemeClr val="dk1"/>
                </a:solidFill>
                <a:latin typeface="+mn-lt"/>
                <a:ea typeface="+mn-ea"/>
              </a:rPr>
              <a:t>fix/bug_001 -&gt; _master)</a:t>
            </a:r>
            <a:endParaRPr b="0" lang="en-US" sz="1200" spc="-1" strike="noStrike">
              <a:solidFill>
                <a:srgbClr val="000000"/>
              </a:solidFill>
              <a:latin typeface="Arial"/>
            </a:endParaRPr>
          </a:p>
          <a:p>
            <a:pPr indent="0" defTabSz="914400">
              <a:lnSpc>
                <a:spcPct val="100000"/>
              </a:lnSpc>
              <a:buNone/>
              <a:tabLst>
                <a:tab algn="l" pos="0"/>
              </a:tabLst>
            </a:pPr>
            <a:r>
              <a:rPr b="0" lang="en-US" sz="1200" spc="-1" strike="noStrike">
                <a:solidFill>
                  <a:schemeClr val="dk1"/>
                </a:solidFill>
                <a:latin typeface="+mn-lt"/>
                <a:ea typeface="+mn-ea"/>
              </a:rPr>
              <a:t>git branch -d fix_bug_001</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удаляем ветку</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p:txBody>
      </p:sp>
      <p:sp>
        <p:nvSpPr>
          <p:cNvPr id="597" name="PlaceHolder 3"/>
          <p:cNvSpPr>
            <a:spLocks noGrp="1"/>
          </p:cNvSpPr>
          <p:nvPr>
            <p:ph type="sldNum" idx="115"/>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6A3AC24-9911-4BD8-88E1-018D11DF39A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2925720" y="849240"/>
            <a:ext cx="4076280" cy="2293560"/>
          </a:xfrm>
          <a:prstGeom prst="rect">
            <a:avLst/>
          </a:prstGeom>
          <a:ln w="0">
            <a:noFill/>
          </a:ln>
        </p:spPr>
      </p:sp>
      <p:sp>
        <p:nvSpPr>
          <p:cNvPr id="599"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ru-RU" sz="1200" spc="-1" strike="noStrike">
                <a:solidFill>
                  <a:schemeClr val="dk1"/>
                </a:solidFill>
                <a:latin typeface="+mn-lt"/>
                <a:ea typeface="+mn-ea"/>
              </a:rPr>
              <a:t> </a:t>
            </a:r>
            <a:r>
              <a:rPr b="1" lang="ru-RU" sz="1200" spc="-1" strike="noStrike">
                <a:solidFill>
                  <a:schemeClr val="dk1"/>
                </a:solidFill>
                <a:latin typeface="+mn-lt"/>
                <a:ea typeface="+mn-ea"/>
              </a:rPr>
              <a:t>пояснить результат</a:t>
            </a:r>
            <a:endParaRPr b="0" lang="en-US" sz="1200" spc="-1" strike="noStrike">
              <a:solidFill>
                <a:srgbClr val="000000"/>
              </a:solidFill>
              <a:latin typeface="Arial"/>
            </a:endParaRPr>
          </a:p>
        </p:txBody>
      </p:sp>
      <p:sp>
        <p:nvSpPr>
          <p:cNvPr id="600" name="PlaceHolder 3"/>
          <p:cNvSpPr>
            <a:spLocks noGrp="1"/>
          </p:cNvSpPr>
          <p:nvPr>
            <p:ph type="sldNum" idx="116"/>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CE4E784-9DC4-42B4-8F01-8B91940FB56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2925720" y="849240"/>
            <a:ext cx="4076280" cy="2293560"/>
          </a:xfrm>
          <a:prstGeom prst="rect">
            <a:avLst/>
          </a:prstGeom>
          <a:ln w="0">
            <a:noFill/>
          </a:ln>
        </p:spPr>
      </p:sp>
      <p:sp>
        <p:nvSpPr>
          <p:cNvPr id="602"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Отмена коммита</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Для отмены коммита используйте команду git revert id, где id это идентификатор коммита, который хотите просмотреть. После выполнения команды вы отмените определенный коммит.</a:t>
            </a: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Удаление коммита</a:t>
            </a:r>
            <a:endParaRPr b="0" lang="en-US" sz="1200" spc="-1" strike="noStrike">
              <a:solidFill>
                <a:srgbClr val="000000"/>
              </a:solidFill>
              <a:latin typeface="Arial"/>
            </a:endParaRPr>
          </a:p>
          <a:p>
            <a:pPr indent="0" defTabSz="914400">
              <a:lnSpc>
                <a:spcPct val="100000"/>
              </a:lnSpc>
              <a:buNone/>
              <a:tabLst>
                <a:tab algn="l" pos="0"/>
              </a:tabLst>
            </a:pPr>
            <a:r>
              <a:rPr b="0" lang="ru-RU" sz="1200" spc="-1" strike="noStrike">
                <a:solidFill>
                  <a:schemeClr val="dk1"/>
                </a:solidFill>
                <a:latin typeface="+mn-lt"/>
                <a:ea typeface="+mn-ea"/>
              </a:rPr>
              <a:t>Для удаления коммита используйте команду git reset id --hard, где id это идентификатор коммита, который хотите просмотреть. После выполнения команды вы удалите определенный коммит и все данные будут возвращены к проекту что был на стадии коммита.</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en-US" sz="1200" spc="-1" strike="noStrike">
                <a:solidFill>
                  <a:schemeClr val="dk1"/>
                </a:solidFill>
                <a:latin typeface="+mn-lt"/>
                <a:ea typeface="+mn-ea"/>
              </a:rPr>
              <a:t>https://githowto.com/ru/removing_commits_from_a_branch</a:t>
            </a:r>
            <a:endParaRPr b="0" lang="en-US" sz="1200" spc="-1" strike="noStrike">
              <a:solidFill>
                <a:srgbClr val="000000"/>
              </a:solidFill>
              <a:latin typeface="Arial"/>
            </a:endParaRPr>
          </a:p>
          <a:p>
            <a:pPr indent="0" defTabSz="914400">
              <a:lnSpc>
                <a:spcPct val="100000"/>
              </a:lnSpc>
              <a:buNone/>
              <a:tabLst>
                <a:tab algn="l" pos="0"/>
              </a:tabLst>
            </a:pPr>
            <a:r>
              <a:rPr b="1" lang="en-US" sz="1200" spc="-1" strike="noStrike">
                <a:solidFill>
                  <a:schemeClr val="dk1"/>
                </a:solidFill>
                <a:latin typeface="+mn-lt"/>
                <a:ea typeface="+mn-ea"/>
              </a:rPr>
              <a:t>https://www.atlassian.com/ru/git/tutorials/undoing-changes/git-reset#:~:text=%D0%A0%D0%B5%D0%B7%D1%8E%D0%BC%D0%B5,%D1%81%D1%82%D1%80%D0%BE%D0%BA%D0%B8%2C%20%D1%81%D0%BE%D0%BE%D1%82%D0%B2%D0%B5%D1%82%D1%81%D1%82%D0%B2%D1%83%D1%8E%D1%89%D0%B8%D0%B5%20%D1%8D%D1%82%D0%B8%D0%BC%20%D1%82%D1%80%D0%B5%D0%BC%20%D0%B4%D0%B5%D1%80%D0%B5%D0%B2%D1%8C%D1%8F%D0%BC.  </a:t>
            </a:r>
            <a:endParaRPr b="0" lang="en-US" sz="1200" spc="-1" strike="noStrike">
              <a:solidFill>
                <a:srgbClr val="000000"/>
              </a:solidFill>
              <a:latin typeface="Arial"/>
            </a:endParaRPr>
          </a:p>
          <a:p>
            <a:pPr indent="0" defTabSz="914400">
              <a:lnSpc>
                <a:spcPct val="100000"/>
              </a:lnSpc>
              <a:buNone/>
              <a:tabLst>
                <a:tab algn="l" pos="0"/>
              </a:tabLst>
            </a:pPr>
            <a:r>
              <a:rPr b="1" lang="en-US" sz="1200" spc="-1" strike="noStrike">
                <a:solidFill>
                  <a:schemeClr val="dk1"/>
                </a:solidFill>
                <a:latin typeface="+mn-lt"/>
                <a:ea typeface="+mn-ea"/>
              </a:rPr>
              <a:t>https://proglib.io/p/git-cheatsheet</a:t>
            </a:r>
            <a:endParaRPr b="0" lang="en-US" sz="1200" spc="-1" strike="noStrike">
              <a:solidFill>
                <a:srgbClr val="000000"/>
              </a:solidFill>
              <a:latin typeface="Arial"/>
            </a:endParaRPr>
          </a:p>
          <a:p>
            <a:pPr indent="0" defTabSz="914400">
              <a:lnSpc>
                <a:spcPct val="100000"/>
              </a:lnSpc>
              <a:buNone/>
              <a:tabLst>
                <a:tab algn="l" pos="0"/>
              </a:tabLst>
            </a:pPr>
            <a:endParaRPr b="0" lang="en-US" sz="1200" spc="-1" strike="noStrike">
              <a:solidFill>
                <a:srgbClr val="000000"/>
              </a:solidFill>
              <a:latin typeface="Arial"/>
            </a:endParaRPr>
          </a:p>
          <a:p>
            <a:pPr indent="0" defTabSz="914400">
              <a:lnSpc>
                <a:spcPct val="100000"/>
              </a:lnSpc>
              <a:buNone/>
              <a:tabLst>
                <a:tab algn="l" pos="0"/>
              </a:tabLst>
            </a:pPr>
            <a:r>
              <a:rPr b="1" lang="ru-RU" sz="1200" spc="-1" strike="noStrike">
                <a:solidFill>
                  <a:schemeClr val="dk1"/>
                </a:solidFill>
                <a:latin typeface="+mn-lt"/>
                <a:ea typeface="+mn-ea"/>
              </a:rPr>
              <a:t>Git</a:t>
            </a:r>
            <a:r>
              <a:rPr b="0" lang="ru-RU" sz="1200" spc="-1" strike="noStrike">
                <a:solidFill>
                  <a:schemeClr val="dk1"/>
                </a:solidFill>
                <a:latin typeface="+mn-lt"/>
                <a:ea typeface="+mn-ea"/>
              </a:rPr>
              <a:t> - это утилита для работы в командной строке (хотя есть и опции для работы через графический интерфейс)</a:t>
            </a:r>
            <a:endParaRPr b="0" lang="en-US" sz="12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mn-lt"/>
                <a:ea typeface="+mn-ea"/>
              </a:rPr>
              <a:t>https://selectel.ru/blog/tutorials/how-to-rebase-commits-and-branches/</a:t>
            </a:r>
            <a:endParaRPr b="0" lang="en-US" sz="2000" spc="-1" strike="noStrike">
              <a:solidFill>
                <a:srgbClr val="000000"/>
              </a:solidFill>
              <a:latin typeface="Arial"/>
            </a:endParaRPr>
          </a:p>
        </p:txBody>
      </p:sp>
      <p:sp>
        <p:nvSpPr>
          <p:cNvPr id="603" name="PlaceHolder 3"/>
          <p:cNvSpPr>
            <a:spLocks noGrp="1"/>
          </p:cNvSpPr>
          <p:nvPr>
            <p:ph type="sldNum" idx="117"/>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2C78028-3C46-49AF-A5CC-F8302AC0131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2925720" y="849240"/>
            <a:ext cx="4076280" cy="2293560"/>
          </a:xfrm>
          <a:prstGeom prst="rect">
            <a:avLst/>
          </a:prstGeom>
          <a:ln w="0">
            <a:noFill/>
          </a:ln>
        </p:spPr>
      </p:sp>
      <p:sp>
        <p:nvSpPr>
          <p:cNvPr id="605"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606" name="PlaceHolder 3"/>
          <p:cNvSpPr>
            <a:spLocks noGrp="1"/>
          </p:cNvSpPr>
          <p:nvPr>
            <p:ph type="sldNum" idx="118"/>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3A0F40C-DBA2-49A3-ACCD-625DAC78699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2925720" y="849240"/>
            <a:ext cx="4076280" cy="2293560"/>
          </a:xfrm>
          <a:prstGeom prst="rect">
            <a:avLst/>
          </a:prstGeom>
          <a:ln w="0">
            <a:noFill/>
          </a:ln>
        </p:spPr>
      </p:sp>
      <p:sp>
        <p:nvSpPr>
          <p:cNvPr id="608" name="PlaceHolder 2"/>
          <p:cNvSpPr>
            <a:spLocks noGrp="1"/>
          </p:cNvSpPr>
          <p:nvPr>
            <p:ph type="body"/>
          </p:nvPr>
        </p:nvSpPr>
        <p:spPr>
          <a:xfrm>
            <a:off x="992880" y="3271320"/>
            <a:ext cx="7942320" cy="2676240"/>
          </a:xfrm>
          <a:prstGeom prst="rect">
            <a:avLst/>
          </a:prstGeom>
          <a:noFill/>
          <a:ln w="0">
            <a:noFill/>
          </a:ln>
        </p:spPr>
        <p:txBody>
          <a:bodyPr lIns="91440" rIns="91440" tIns="45720" bIns="45720" anchor="t">
            <a:noAutofit/>
          </a:bodyPr>
          <a:p>
            <a:pPr marL="216000" indent="0">
              <a:lnSpc>
                <a:spcPct val="100000"/>
              </a:lnSpc>
              <a:buNone/>
            </a:pPr>
            <a:r>
              <a:rPr b="0" lang="ru-RU" sz="1200" spc="-1" strike="noStrike">
                <a:solidFill>
                  <a:schemeClr val="dk1"/>
                </a:solidFill>
                <a:latin typeface="+mn-lt"/>
                <a:ea typeface="+mn-ea"/>
              </a:rPr>
              <a:t>https://learngitbranching.js.org/ — интерактивная обучалка ветвлению в </a:t>
            </a:r>
            <a:r>
              <a:rPr b="0" lang="en-US" sz="1200" spc="-1" strike="noStrike">
                <a:solidFill>
                  <a:schemeClr val="dk1"/>
                </a:solidFill>
                <a:latin typeface="+mn-lt"/>
                <a:ea typeface="+mn-ea"/>
              </a:rPr>
              <a:t>git </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 </a:t>
            </a:r>
            <a:r>
              <a:rPr b="0" lang="ru-RU" sz="1200" spc="-1" strike="noStrike">
                <a:solidFill>
                  <a:schemeClr val="dk1"/>
                </a:solidFill>
                <a:latin typeface="+mn-lt"/>
                <a:ea typeface="+mn-ea"/>
              </a:rPr>
              <a:t>https://githowto.com/ru — отличный курс обучения гиту на русском с примерами</a:t>
            </a:r>
            <a:endParaRPr b="0" lang="en-US" sz="1200" spc="-1" strike="noStrike">
              <a:solidFill>
                <a:srgbClr val="000000"/>
              </a:solidFill>
              <a:latin typeface="Arial"/>
            </a:endParaRPr>
          </a:p>
          <a:p>
            <a:pPr marL="216000" indent="0">
              <a:lnSpc>
                <a:spcPct val="100000"/>
              </a:lnSpc>
              <a:buNone/>
            </a:pPr>
            <a:r>
              <a:rPr b="0" lang="en-US" sz="1200" spc="-1" strike="noStrike">
                <a:solidFill>
                  <a:schemeClr val="dk1"/>
                </a:solidFill>
                <a:latin typeface="+mn-lt"/>
                <a:ea typeface="+mn-ea"/>
              </a:rPr>
              <a:t>https://git-scm.com/book/ru/v2/ — pro git book</a:t>
            </a:r>
            <a:endParaRPr b="0" lang="en-US" sz="1200" spc="-1" strike="noStrike">
              <a:solidFill>
                <a:srgbClr val="000000"/>
              </a:solidFill>
              <a:latin typeface="Arial"/>
            </a:endParaRPr>
          </a:p>
          <a:p>
            <a:pPr marL="216000" indent="0">
              <a:lnSpc>
                <a:spcPct val="100000"/>
              </a:lnSpc>
              <a:buNone/>
            </a:pPr>
            <a:r>
              <a:rPr b="0" lang="ru-RU" sz="1200" spc="-1" strike="noStrike">
                <a:solidFill>
                  <a:schemeClr val="dk1"/>
                </a:solidFill>
                <a:latin typeface="+mn-lt"/>
                <a:ea typeface="+mn-ea"/>
              </a:rPr>
              <a:t>https://www.udemy.com/course/git-expert-4-hours/ — онлайн курс по гиту</a:t>
            </a:r>
            <a:endParaRPr b="0" lang="en-US" sz="1200" spc="-1" strike="noStrike">
              <a:solidFill>
                <a:srgbClr val="000000"/>
              </a:solidFill>
              <a:latin typeface="Arial"/>
            </a:endParaRPr>
          </a:p>
        </p:txBody>
      </p:sp>
      <p:sp>
        <p:nvSpPr>
          <p:cNvPr id="609" name="PlaceHolder 3"/>
          <p:cNvSpPr>
            <a:spLocks noGrp="1"/>
          </p:cNvSpPr>
          <p:nvPr>
            <p:ph type="sldNum" idx="119"/>
          </p:nvPr>
        </p:nvSpPr>
        <p:spPr>
          <a:xfrm>
            <a:off x="5623560" y="6456600"/>
            <a:ext cx="4302000" cy="34056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E787142-5F3B-4B84-A3AD-9688C09AFB1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2" name="PlaceHolder 2"/>
          <p:cNvSpPr>
            <a:spLocks noGrp="1"/>
          </p:cNvSpPr>
          <p:nvPr>
            <p:ph type="subTitle"/>
          </p:nvPr>
        </p:nvSpPr>
        <p:spPr>
          <a:xfrm>
            <a:off x="1097280" y="1845720"/>
            <a:ext cx="10058040" cy="40230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F284A49-E763-44A2-9B8E-34895D688FC4}"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E01342A-40BF-4EC5-B4B6-DC3899C0C430}"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A0B0CC70-4E99-4620-BE8B-FEEB0D968BBA}"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40" name="PlaceHolder 2"/>
          <p:cNvSpPr>
            <a:spLocks noGrp="1"/>
          </p:cNvSpPr>
          <p:nvPr>
            <p:ph/>
          </p:nvPr>
        </p:nvSpPr>
        <p:spPr>
          <a:xfrm>
            <a:off x="1097280" y="1845720"/>
            <a:ext cx="10058040" cy="4023000"/>
          </a:xfrm>
          <a:prstGeom prst="rect">
            <a:avLst/>
          </a:prstGeom>
          <a:noFill/>
          <a:ln w="0">
            <a:noFill/>
          </a:ln>
        </p:spPr>
        <p:txBody>
          <a:bodyPr lIns="0" rIns="0" tIns="0" bIns="0" anchor="t">
            <a:normAutofit/>
          </a:bodyPr>
          <a:p>
            <a:pPr indent="0">
              <a:lnSpc>
                <a:spcPct val="90000"/>
              </a:lnSpc>
              <a:spcBef>
                <a:spcPts val="1417"/>
              </a:spcBef>
              <a:buNone/>
            </a:pPr>
            <a:endParaRPr b="0" lang="en-US" sz="2000" spc="-1" strike="noStrike">
              <a:solidFill>
                <a:schemeClr val="dk1">
                  <a:lumMod val="75000"/>
                  <a:lumOff val="25000"/>
                </a:schemeClr>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B6B433C6-A132-4CCA-B223-1C5D03CFD6E3}"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C4ACF572-9B8F-46FA-85E4-2ED562CEF7D5}"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2" name="PlaceHolder 2"/>
          <p:cNvSpPr>
            <a:spLocks noGrp="1"/>
          </p:cNvSpPr>
          <p:nvPr>
            <p:ph/>
          </p:nvPr>
        </p:nvSpPr>
        <p:spPr>
          <a:xfrm>
            <a:off x="1097280" y="1845720"/>
            <a:ext cx="4908240" cy="4023000"/>
          </a:xfrm>
          <a:prstGeom prst="rect">
            <a:avLst/>
          </a:prstGeom>
          <a:noFill/>
          <a:ln w="0">
            <a:noFill/>
          </a:ln>
        </p:spPr>
        <p:txBody>
          <a:bodyPr lIns="0" rIns="0" tIns="0" bIns="0" anchor="t">
            <a:normAutofit/>
          </a:bodyPr>
          <a:p>
            <a:pPr indent="0">
              <a:lnSpc>
                <a:spcPct val="90000"/>
              </a:lnSpc>
              <a:spcBef>
                <a:spcPts val="1417"/>
              </a:spcBef>
              <a:buNone/>
            </a:pPr>
            <a:endParaRPr b="0" lang="en-US" sz="2000" spc="-1" strike="noStrike">
              <a:solidFill>
                <a:schemeClr val="dk1">
                  <a:lumMod val="75000"/>
                  <a:lumOff val="25000"/>
                </a:schemeClr>
              </a:solidFill>
              <a:latin typeface="Calibri"/>
            </a:endParaRPr>
          </a:p>
        </p:txBody>
      </p:sp>
      <p:sp>
        <p:nvSpPr>
          <p:cNvPr id="63" name="PlaceHolder 3"/>
          <p:cNvSpPr>
            <a:spLocks noGrp="1"/>
          </p:cNvSpPr>
          <p:nvPr>
            <p:ph/>
          </p:nvPr>
        </p:nvSpPr>
        <p:spPr>
          <a:xfrm>
            <a:off x="6251400" y="1845720"/>
            <a:ext cx="4908240" cy="4023000"/>
          </a:xfrm>
          <a:prstGeom prst="rect">
            <a:avLst/>
          </a:prstGeom>
          <a:noFill/>
          <a:ln w="0">
            <a:noFill/>
          </a:ln>
        </p:spPr>
        <p:txBody>
          <a:bodyPr lIns="0" rIns="0" tIns="0" bIns="0" anchor="t">
            <a:normAutofit/>
          </a:bodyPr>
          <a:p>
            <a:pPr indent="0">
              <a:lnSpc>
                <a:spcPct val="90000"/>
              </a:lnSpc>
              <a:spcBef>
                <a:spcPts val="1417"/>
              </a:spcBef>
              <a:buNone/>
            </a:pPr>
            <a:endParaRPr b="0" lang="en-US" sz="2000" spc="-1" strike="noStrike">
              <a:solidFill>
                <a:schemeClr val="dk1">
                  <a:lumMod val="75000"/>
                  <a:lumOff val="25000"/>
                </a:schemeClr>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4F55D3B1-9023-44FD-8080-B5B81E3BB308}"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9EE53153-D549-4F48-94C0-2F3D58573C1F}"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2"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97F672F6-B3AE-4531-A1DA-2E7AE6962C7E}"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486D80D9-E224-4B7F-9741-CC1DB8C348B7}"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19D77C25-F5A8-4493-AFD0-22AE0772A730}"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9E19964-4D33-4692-A817-81805E953913}"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6" hidden="1"/>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 name="Rectangle 8" hidden="1"/>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2"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3"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 name="Rectangle 7"/>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21600" bIns="21600" anchor="t">
            <a:noAutofit/>
          </a:bodyPr>
          <a:p>
            <a:endParaRPr b="0" lang="en-US" sz="1800" spc="-1" strike="noStrike">
              <a:solidFill>
                <a:srgbClr val="ffffff"/>
              </a:solidFill>
              <a:latin typeface="Arial"/>
            </a:endParaRPr>
          </a:p>
        </p:txBody>
      </p:sp>
      <p:sp>
        <p:nvSpPr>
          <p:cNvPr id="5" name="PlaceHolder 1"/>
          <p:cNvSpPr>
            <a:spLocks noGrp="1"/>
          </p:cNvSpPr>
          <p:nvPr>
            <p:ph type="title"/>
          </p:nvPr>
        </p:nvSpPr>
        <p:spPr>
          <a:xfrm>
            <a:off x="1097280" y="758880"/>
            <a:ext cx="10058040" cy="3565800"/>
          </a:xfrm>
          <a:prstGeom prst="rect">
            <a:avLst/>
          </a:prstGeom>
          <a:noFill/>
          <a:ln w="0">
            <a:noFill/>
          </a:ln>
        </p:spPr>
        <p:txBody>
          <a:bodyPr lIns="91440" rIns="91440" tIns="45720" bIns="45720" anchor="b">
            <a:normAutofit/>
          </a:bodyPr>
          <a:p>
            <a:pPr indent="0" defTabSz="914400">
              <a:lnSpc>
                <a:spcPct val="85000"/>
              </a:lnSpc>
              <a:buNone/>
            </a:pPr>
            <a:r>
              <a:rPr b="0" lang="en-US" sz="8000" spc="-52" strike="noStrike">
                <a:solidFill>
                  <a:schemeClr val="dk1">
                    <a:lumMod val="85000"/>
                    <a:lumOff val="15000"/>
                  </a:schemeClr>
                </a:solidFill>
                <a:latin typeface="Calibri Light"/>
              </a:rPr>
              <a:t>Click to </a:t>
            </a:r>
            <a:r>
              <a:rPr b="0" lang="en-US" sz="8000" spc="-52" strike="noStrike">
                <a:solidFill>
                  <a:schemeClr val="dk1">
                    <a:lumMod val="85000"/>
                    <a:lumOff val="15000"/>
                  </a:schemeClr>
                </a:solidFill>
                <a:latin typeface="Calibri Light"/>
              </a:rPr>
              <a:t>edit </a:t>
            </a:r>
            <a:r>
              <a:rPr b="0" lang="en-US" sz="8000" spc="-52" strike="noStrike">
                <a:solidFill>
                  <a:schemeClr val="dk1">
                    <a:lumMod val="85000"/>
                    <a:lumOff val="15000"/>
                  </a:schemeClr>
                </a:solidFill>
                <a:latin typeface="Calibri Light"/>
              </a:rPr>
              <a:t>Master </a:t>
            </a:r>
            <a:r>
              <a:rPr b="0" lang="en-US" sz="8000" spc="-52" strike="noStrike">
                <a:solidFill>
                  <a:schemeClr val="dk1">
                    <a:lumMod val="85000"/>
                    <a:lumOff val="15000"/>
                  </a:schemeClr>
                </a:solidFill>
                <a:latin typeface="Calibri Light"/>
              </a:rPr>
              <a:t>title </a:t>
            </a:r>
            <a:r>
              <a:rPr b="0" lang="en-US" sz="8000" spc="-52" strike="noStrike">
                <a:solidFill>
                  <a:schemeClr val="dk1">
                    <a:lumMod val="85000"/>
                    <a:lumOff val="15000"/>
                  </a:schemeClr>
                </a:solidFill>
                <a:latin typeface="Calibri Light"/>
              </a:rPr>
              <a:t>style</a:t>
            </a:r>
            <a:endParaRPr b="0" lang="en-US" sz="8000" spc="-1" strike="noStrike">
              <a:solidFill>
                <a:schemeClr val="dk1"/>
              </a:solidFill>
              <a:latin typeface="Calibri"/>
            </a:endParaRPr>
          </a:p>
        </p:txBody>
      </p:sp>
      <p:sp>
        <p:nvSpPr>
          <p:cNvPr id="6" name="PlaceHolder 2"/>
          <p:cNvSpPr>
            <a:spLocks noGrp="1"/>
          </p:cNvSpPr>
          <p:nvPr>
            <p:ph type="dt" idx="1"/>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7" name="PlaceHolder 3"/>
          <p:cNvSpPr>
            <a:spLocks noGrp="1"/>
          </p:cNvSpPr>
          <p:nvPr>
            <p:ph type="ftr" idx="2"/>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4"/>
          <p:cNvSpPr>
            <a:spLocks noGrp="1"/>
          </p:cNvSpPr>
          <p:nvPr>
            <p:ph type="sldNum" idx="3"/>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3932105A-F477-41B8-96CD-EA86A3917026}"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cxnSp>
        <p:nvCxnSpPr>
          <p:cNvPr id="9" name="Straight Connector 8"/>
          <p:cNvCxnSpPr/>
          <p:nvPr/>
        </p:nvCxnSpPr>
        <p:spPr>
          <a:xfrm>
            <a:off x="1207440" y="4343400"/>
            <a:ext cx="9875880" cy="360"/>
          </a:xfrm>
          <a:prstGeom prst="straightConnector1">
            <a:avLst/>
          </a:prstGeom>
          <a:ln w="6350">
            <a:solidFill>
              <a:srgbClr val="000000">
                <a:lumMod val="50000"/>
                <a:lumOff val="50000"/>
              </a:srgbClr>
            </a:solidFill>
            <a:round/>
          </a:ln>
        </p:spPr>
      </p:cxnSp>
      <p:sp>
        <p:nvSpPr>
          <p:cNvPr id="1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000" spc="-1" strike="noStrike">
                <a:solidFill>
                  <a:schemeClr val="dk1">
                    <a:lumMod val="75000"/>
                    <a:lumOff val="25000"/>
                  </a:schemeClr>
                </a:solidFill>
                <a:latin typeface="Calibri"/>
              </a:rPr>
              <a:t>Click to edit the outline text format</a:t>
            </a:r>
            <a:endParaRPr b="0" lang="en-US" sz="2000" spc="-1" strike="noStrike">
              <a:solidFill>
                <a:schemeClr val="dk1">
                  <a:lumMod val="75000"/>
                  <a:lumOff val="25000"/>
                </a:schemeClr>
              </a:solidFill>
              <a:latin typeface="Calibri"/>
            </a:endParaRPr>
          </a:p>
          <a:p>
            <a:pPr lvl="1" marL="864000" indent="-324000">
              <a:lnSpc>
                <a:spcPct val="90000"/>
              </a:lnSpc>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alibri"/>
              </a:rPr>
              <a:t>Second Outline Level</a:t>
            </a:r>
            <a:endParaRPr b="0" lang="en-US" sz="1400" spc="-1" strike="noStrike">
              <a:solidFill>
                <a:schemeClr val="dk1">
                  <a:lumMod val="75000"/>
                  <a:lumOff val="25000"/>
                </a:schemeClr>
              </a:solidFill>
              <a:latin typeface="Calibri"/>
            </a:endParaRPr>
          </a:p>
          <a:p>
            <a:pPr lvl="2" marL="1296000" indent="-288000">
              <a:lnSpc>
                <a:spcPct val="90000"/>
              </a:lnSpc>
              <a:spcBef>
                <a:spcPts val="850"/>
              </a:spcBef>
              <a:buClr>
                <a:srgbClr val="000000"/>
              </a:buClr>
              <a:buSzPct val="45000"/>
              <a:buFont typeface="Wingdings" charset="2"/>
              <a:buChar char=""/>
            </a:pPr>
            <a:r>
              <a:rPr b="0" lang="en-US" sz="1400" spc="-1" strike="noStrike">
                <a:solidFill>
                  <a:schemeClr val="dk1">
                    <a:lumMod val="75000"/>
                    <a:lumOff val="25000"/>
                  </a:schemeClr>
                </a:solidFill>
                <a:latin typeface="Calibri"/>
              </a:rPr>
              <a:t>Third Outline Level</a:t>
            </a:r>
            <a:endParaRPr b="0" lang="en-US" sz="1400" spc="-1" strike="noStrike">
              <a:solidFill>
                <a:schemeClr val="dk1">
                  <a:lumMod val="75000"/>
                  <a:lumOff val="25000"/>
                </a:schemeClr>
              </a:solidFill>
              <a:latin typeface="Calibri"/>
            </a:endParaRPr>
          </a:p>
          <a:p>
            <a:pPr lvl="3" marL="1728000" indent="-216000">
              <a:lnSpc>
                <a:spcPct val="90000"/>
              </a:lnSpc>
              <a:spcBef>
                <a:spcPts val="567"/>
              </a:spcBef>
              <a:buClr>
                <a:srgbClr val="000000"/>
              </a:buClr>
              <a:buSzPct val="75000"/>
              <a:buFont typeface="Symbol" charset="2"/>
              <a:buChar char=""/>
            </a:pPr>
            <a:r>
              <a:rPr b="0" lang="en-US" sz="1400" spc="-1" strike="noStrike">
                <a:solidFill>
                  <a:schemeClr val="dk1">
                    <a:lumMod val="75000"/>
                    <a:lumOff val="25000"/>
                  </a:schemeClr>
                </a:solidFill>
                <a:latin typeface="Calibri"/>
              </a:rPr>
              <a:t>Fourth Outline Level</a:t>
            </a:r>
            <a:endParaRPr b="0" lang="en-US" sz="1400" spc="-1" strike="noStrike">
              <a:solidFill>
                <a:schemeClr val="dk1">
                  <a:lumMod val="75000"/>
                  <a:lumOff val="25000"/>
                </a:schemeClr>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alibri"/>
              </a:rPr>
              <a:t>Fifth Outline Level</a:t>
            </a:r>
            <a:endParaRPr b="0" lang="en-US" sz="2000" spc="-1" strike="noStrike">
              <a:solidFill>
                <a:schemeClr val="dk1">
                  <a:lumMod val="75000"/>
                  <a:lumOff val="25000"/>
                </a:schemeClr>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alibri"/>
              </a:rPr>
              <a:t>Sixth Outline Level</a:t>
            </a:r>
            <a:endParaRPr b="0" lang="en-US" sz="2000" spc="-1" strike="noStrike">
              <a:solidFill>
                <a:schemeClr val="dk1">
                  <a:lumMod val="75000"/>
                  <a:lumOff val="25000"/>
                </a:schemeClr>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alibri"/>
              </a:rPr>
              <a:t>Seventh Outline Level</a:t>
            </a:r>
            <a:endParaRPr b="0" lang="en-US" sz="2000" spc="-1" strike="noStrike">
              <a:solidFill>
                <a:schemeClr val="dk1">
                  <a:lumMod val="75000"/>
                  <a:lumOff val="25000"/>
                </a:schemeClr>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Rectangle 8"/>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15"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16"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lumMod val="75000"/>
                    <a:lumOff val="25000"/>
                  </a:schemeClr>
                </a:solidFill>
                <a:latin typeface="Calibri Light"/>
              </a:rPr>
              <a:t>Click to edit Master </a:t>
            </a:r>
            <a:r>
              <a:rPr b="0" lang="en-US" sz="4800" spc="-52" strike="noStrike">
                <a:solidFill>
                  <a:schemeClr val="dk1">
                    <a:lumMod val="75000"/>
                    <a:lumOff val="25000"/>
                  </a:schemeClr>
                </a:solidFill>
                <a:latin typeface="Calibri Light"/>
              </a:rPr>
              <a:t>title style</a:t>
            </a:r>
            <a:endParaRPr b="0" lang="en-US" sz="4800" spc="-1" strike="noStrike">
              <a:solidFill>
                <a:schemeClr val="dk1"/>
              </a:solidFill>
              <a:latin typeface="Calibri"/>
            </a:endParaRPr>
          </a:p>
        </p:txBody>
      </p:sp>
      <p:sp>
        <p:nvSpPr>
          <p:cNvPr id="17" name="PlaceHolder 2"/>
          <p:cNvSpPr>
            <a:spLocks noGrp="1"/>
          </p:cNvSpPr>
          <p:nvPr>
            <p:ph type="body"/>
          </p:nvPr>
        </p:nvSpPr>
        <p:spPr>
          <a:xfrm>
            <a:off x="1097280" y="1845720"/>
            <a:ext cx="10058040" cy="4023000"/>
          </a:xfrm>
          <a:prstGeom prst="rect">
            <a:avLst/>
          </a:prstGeom>
          <a:noFill/>
          <a:ln w="0">
            <a:noFill/>
          </a:ln>
        </p:spPr>
        <p:txBody>
          <a:bodyPr lIns="45720" rIns="45720" tIns="0" bIns="0" anchor="t" vert="eaVert">
            <a:noAutofit/>
          </a:bodyPr>
          <a:p>
            <a:pPr marL="91440" indent="-91440" defTabSz="914400">
              <a:lnSpc>
                <a:spcPct val="90000"/>
              </a:lnSpc>
              <a:spcBef>
                <a:spcPts val="1199"/>
              </a:spcBef>
              <a:spcAft>
                <a:spcPts val="201"/>
              </a:spcAft>
              <a:buClr>
                <a:srgbClr val="1cade4"/>
              </a:buClr>
              <a:buFont typeface="Calibri"/>
              <a:buChar char=" "/>
            </a:pPr>
            <a:r>
              <a:rPr b="0" lang="en-US" sz="2000" spc="-1" strike="noStrike">
                <a:solidFill>
                  <a:schemeClr val="dk1">
                    <a:lumMod val="75000"/>
                    <a:lumOff val="25000"/>
                  </a:schemeClr>
                </a:solidFill>
                <a:latin typeface="Calibri"/>
              </a:rPr>
              <a:t>Click to edit Master text styles</a:t>
            </a:r>
            <a:endParaRPr b="0" lang="en-US" sz="2000" spc="-1" strike="noStrike">
              <a:solidFill>
                <a:schemeClr val="dk1">
                  <a:lumMod val="75000"/>
                  <a:lumOff val="25000"/>
                </a:schemeClr>
              </a:solidFill>
              <a:latin typeface="Calibri"/>
            </a:endParaRPr>
          </a:p>
          <a:p>
            <a:pPr lvl="1" marL="384120" indent="-182880" defTabSz="914400">
              <a:lnSpc>
                <a:spcPct val="90000"/>
              </a:lnSpc>
              <a:spcBef>
                <a:spcPts val="201"/>
              </a:spcBef>
              <a:spcAft>
                <a:spcPts val="400"/>
              </a:spcAft>
              <a:buClr>
                <a:srgbClr val="1cade4"/>
              </a:buClr>
              <a:buFont typeface="Calibri"/>
              <a:buChar char="◦"/>
            </a:pPr>
            <a:r>
              <a:rPr b="0" lang="en-US" sz="1800" spc="-1" strike="noStrike">
                <a:solidFill>
                  <a:schemeClr val="dk1">
                    <a:lumMod val="75000"/>
                    <a:lumOff val="25000"/>
                  </a:schemeClr>
                </a:solidFill>
                <a:latin typeface="Calibri"/>
              </a:rPr>
              <a:t>Second level</a:t>
            </a:r>
            <a:endParaRPr b="0" lang="en-US" sz="1800" spc="-1" strike="noStrike">
              <a:solidFill>
                <a:schemeClr val="dk1">
                  <a:lumMod val="75000"/>
                  <a:lumOff val="25000"/>
                </a:schemeClr>
              </a:solidFill>
              <a:latin typeface="Calibri"/>
            </a:endParaRPr>
          </a:p>
          <a:p>
            <a:pPr lvl="2" marL="56700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Third level</a:t>
            </a:r>
            <a:endParaRPr b="0" lang="en-US" sz="1400" spc="-1" strike="noStrike">
              <a:solidFill>
                <a:schemeClr val="dk1">
                  <a:lumMod val="75000"/>
                  <a:lumOff val="25000"/>
                </a:schemeClr>
              </a:solidFill>
              <a:latin typeface="Calibri"/>
            </a:endParaRPr>
          </a:p>
          <a:p>
            <a:pPr lvl="3" marL="74988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Fourth level</a:t>
            </a:r>
            <a:endParaRPr b="0" lang="en-US" sz="1400" spc="-1" strike="noStrike">
              <a:solidFill>
                <a:schemeClr val="dk1">
                  <a:lumMod val="75000"/>
                  <a:lumOff val="25000"/>
                </a:schemeClr>
              </a:solidFill>
              <a:latin typeface="Calibri"/>
            </a:endParaRPr>
          </a:p>
          <a:p>
            <a:pPr lvl="4" marL="93276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Fifth level</a:t>
            </a:r>
            <a:endParaRPr b="0" lang="en-US" sz="1400" spc="-1" strike="noStrike">
              <a:solidFill>
                <a:schemeClr val="dk1">
                  <a:lumMod val="75000"/>
                  <a:lumOff val="25000"/>
                </a:schemeClr>
              </a:solidFill>
              <a:latin typeface="Calibri"/>
            </a:endParaRPr>
          </a:p>
        </p:txBody>
      </p:sp>
      <p:sp>
        <p:nvSpPr>
          <p:cNvPr id="18" name="PlaceHolder 3"/>
          <p:cNvSpPr>
            <a:spLocks noGrp="1"/>
          </p:cNvSpPr>
          <p:nvPr>
            <p:ph type="dt" idx="4"/>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19" name="PlaceHolder 4"/>
          <p:cNvSpPr>
            <a:spLocks noGrp="1"/>
          </p:cNvSpPr>
          <p:nvPr>
            <p:ph type="ftr" idx="5"/>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6"/>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E1F6D8D9-C0DA-4651-9E09-A3921095E51D}"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Rectangle 6" hidden="1"/>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Rectangle 8" hidden="1"/>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23"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24"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Rectangle 7"/>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sp>
        <p:nvSpPr>
          <p:cNvPr id="26" name="PlaceHolder 1"/>
          <p:cNvSpPr>
            <a:spLocks noGrp="1"/>
          </p:cNvSpPr>
          <p:nvPr>
            <p:ph type="title"/>
          </p:nvPr>
        </p:nvSpPr>
        <p:spPr>
          <a:xfrm>
            <a:off x="8724960" y="412200"/>
            <a:ext cx="2628720" cy="5759640"/>
          </a:xfrm>
          <a:prstGeom prst="rect">
            <a:avLst/>
          </a:prstGeom>
          <a:noFill/>
          <a:ln w="0">
            <a:noFill/>
          </a:ln>
        </p:spPr>
        <p:txBody>
          <a:bodyPr lIns="91440" rIns="91440" tIns="45720" bIns="45720" anchor="b" vert="eaVert">
            <a:noAutofit/>
          </a:bodyPr>
          <a:p>
            <a:pPr indent="0" defTabSz="914400">
              <a:lnSpc>
                <a:spcPct val="85000"/>
              </a:lnSpc>
              <a:buNone/>
            </a:pPr>
            <a:r>
              <a:rPr b="0" lang="en-US" sz="4800" spc="-52" strike="noStrike">
                <a:solidFill>
                  <a:schemeClr val="dk1">
                    <a:lumMod val="75000"/>
                    <a:lumOff val="25000"/>
                  </a:schemeClr>
                </a:solidFill>
                <a:latin typeface="Calibri Light"/>
              </a:rPr>
              <a:t>Click to edit Master title style</a:t>
            </a:r>
            <a:endParaRPr b="0" lang="en-US" sz="4800" spc="-1" strike="noStrike">
              <a:solidFill>
                <a:schemeClr val="dk1"/>
              </a:solidFill>
              <a:latin typeface="Calibri"/>
            </a:endParaRPr>
          </a:p>
        </p:txBody>
      </p:sp>
      <p:sp>
        <p:nvSpPr>
          <p:cNvPr id="27" name="PlaceHolder 2"/>
          <p:cNvSpPr>
            <a:spLocks noGrp="1"/>
          </p:cNvSpPr>
          <p:nvPr>
            <p:ph type="body"/>
          </p:nvPr>
        </p:nvSpPr>
        <p:spPr>
          <a:xfrm>
            <a:off x="838080" y="412200"/>
            <a:ext cx="7733880" cy="5759640"/>
          </a:xfrm>
          <a:prstGeom prst="rect">
            <a:avLst/>
          </a:prstGeom>
          <a:noFill/>
          <a:ln w="0">
            <a:noFill/>
          </a:ln>
        </p:spPr>
        <p:txBody>
          <a:bodyPr lIns="45720" rIns="45720" tIns="0" bIns="0" anchor="t" vert="eaVert">
            <a:noAutofit/>
          </a:bodyPr>
          <a:p>
            <a:pPr marL="91440" indent="-91440" defTabSz="914400">
              <a:lnSpc>
                <a:spcPct val="90000"/>
              </a:lnSpc>
              <a:spcBef>
                <a:spcPts val="1199"/>
              </a:spcBef>
              <a:spcAft>
                <a:spcPts val="201"/>
              </a:spcAft>
              <a:buClr>
                <a:srgbClr val="1cade4"/>
              </a:buClr>
              <a:buFont typeface="Calibri"/>
              <a:buChar char=" "/>
            </a:pPr>
            <a:r>
              <a:rPr b="0" lang="en-US" sz="2000" spc="-1" strike="noStrike">
                <a:solidFill>
                  <a:schemeClr val="dk1">
                    <a:lumMod val="75000"/>
                    <a:lumOff val="25000"/>
                  </a:schemeClr>
                </a:solidFill>
                <a:latin typeface="Calibri"/>
              </a:rPr>
              <a:t>Click to edit Master text styles</a:t>
            </a:r>
            <a:endParaRPr b="0" lang="en-US" sz="2000" spc="-1" strike="noStrike">
              <a:solidFill>
                <a:schemeClr val="dk1">
                  <a:lumMod val="75000"/>
                  <a:lumOff val="25000"/>
                </a:schemeClr>
              </a:solidFill>
              <a:latin typeface="Calibri"/>
            </a:endParaRPr>
          </a:p>
          <a:p>
            <a:pPr lvl="1" marL="384120" indent="-182880" defTabSz="914400">
              <a:lnSpc>
                <a:spcPct val="90000"/>
              </a:lnSpc>
              <a:spcBef>
                <a:spcPts val="201"/>
              </a:spcBef>
              <a:spcAft>
                <a:spcPts val="400"/>
              </a:spcAft>
              <a:buClr>
                <a:srgbClr val="1cade4"/>
              </a:buClr>
              <a:buFont typeface="Calibri"/>
              <a:buChar char="◦"/>
            </a:pPr>
            <a:r>
              <a:rPr b="0" lang="en-US" sz="1800" spc="-1" strike="noStrike">
                <a:solidFill>
                  <a:schemeClr val="dk1">
                    <a:lumMod val="75000"/>
                    <a:lumOff val="25000"/>
                  </a:schemeClr>
                </a:solidFill>
                <a:latin typeface="Calibri"/>
              </a:rPr>
              <a:t>Second level</a:t>
            </a:r>
            <a:endParaRPr b="0" lang="en-US" sz="1800" spc="-1" strike="noStrike">
              <a:solidFill>
                <a:schemeClr val="dk1">
                  <a:lumMod val="75000"/>
                  <a:lumOff val="25000"/>
                </a:schemeClr>
              </a:solidFill>
              <a:latin typeface="Calibri"/>
            </a:endParaRPr>
          </a:p>
          <a:p>
            <a:pPr lvl="2" marL="56700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Third level</a:t>
            </a:r>
            <a:endParaRPr b="0" lang="en-US" sz="1400" spc="-1" strike="noStrike">
              <a:solidFill>
                <a:schemeClr val="dk1">
                  <a:lumMod val="75000"/>
                  <a:lumOff val="25000"/>
                </a:schemeClr>
              </a:solidFill>
              <a:latin typeface="Calibri"/>
            </a:endParaRPr>
          </a:p>
          <a:p>
            <a:pPr lvl="3" marL="74988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Fourth level</a:t>
            </a:r>
            <a:endParaRPr b="0" lang="en-US" sz="1400" spc="-1" strike="noStrike">
              <a:solidFill>
                <a:schemeClr val="dk1">
                  <a:lumMod val="75000"/>
                  <a:lumOff val="25000"/>
                </a:schemeClr>
              </a:solidFill>
              <a:latin typeface="Calibri"/>
            </a:endParaRPr>
          </a:p>
          <a:p>
            <a:pPr lvl="4" marL="93276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Fifth level</a:t>
            </a:r>
            <a:endParaRPr b="0" lang="en-US" sz="1400" spc="-1" strike="noStrike">
              <a:solidFill>
                <a:schemeClr val="dk1">
                  <a:lumMod val="75000"/>
                  <a:lumOff val="25000"/>
                </a:schemeClr>
              </a:solidFill>
              <a:latin typeface="Calibri"/>
            </a:endParaRPr>
          </a:p>
        </p:txBody>
      </p:sp>
      <p:sp>
        <p:nvSpPr>
          <p:cNvPr id="28" name="PlaceHolder 3"/>
          <p:cNvSpPr>
            <a:spLocks noGrp="1"/>
          </p:cNvSpPr>
          <p:nvPr>
            <p:ph type="dt" idx="7"/>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29" name="PlaceHolder 4"/>
          <p:cNvSpPr>
            <a:spLocks noGrp="1"/>
          </p:cNvSpPr>
          <p:nvPr>
            <p:ph type="ftr" idx="8"/>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 name="PlaceHolder 5"/>
          <p:cNvSpPr>
            <a:spLocks noGrp="1"/>
          </p:cNvSpPr>
          <p:nvPr>
            <p:ph type="sldNum" idx="9"/>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7E020883-6589-454B-8281-89ADAE7F548C}"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2" name="Rectangle 8"/>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33"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34"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lumMod val="75000"/>
                    <a:lumOff val="25000"/>
                  </a:schemeClr>
                </a:solidFill>
                <a:latin typeface="Calibri Light"/>
              </a:rPr>
              <a:t>Click to edit Master title style</a:t>
            </a:r>
            <a:endParaRPr b="0" lang="en-US" sz="4800" spc="-1" strike="noStrike">
              <a:solidFill>
                <a:schemeClr val="dk1"/>
              </a:solidFill>
              <a:latin typeface="Calibri"/>
            </a:endParaRPr>
          </a:p>
        </p:txBody>
      </p:sp>
      <p:sp>
        <p:nvSpPr>
          <p:cNvPr id="35" name="PlaceHolder 2"/>
          <p:cNvSpPr>
            <a:spLocks noGrp="1"/>
          </p:cNvSpPr>
          <p:nvPr>
            <p:ph type="body"/>
          </p:nvPr>
        </p:nvSpPr>
        <p:spPr>
          <a:xfrm>
            <a:off x="1097280" y="1845720"/>
            <a:ext cx="10058040" cy="402300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en-US" sz="2000" spc="-1" strike="noStrike">
                <a:solidFill>
                  <a:schemeClr val="dk1">
                    <a:lumMod val="75000"/>
                    <a:lumOff val="25000"/>
                  </a:schemeClr>
                </a:solidFill>
                <a:latin typeface="Calibri"/>
              </a:rPr>
              <a:t>Click to edit Master text styles</a:t>
            </a:r>
            <a:endParaRPr b="0" lang="en-US" sz="2000" spc="-1" strike="noStrike">
              <a:solidFill>
                <a:schemeClr val="dk1">
                  <a:lumMod val="75000"/>
                  <a:lumOff val="25000"/>
                </a:schemeClr>
              </a:solidFill>
              <a:latin typeface="Calibri"/>
            </a:endParaRPr>
          </a:p>
          <a:p>
            <a:pPr lvl="1" marL="384120" indent="-182880" defTabSz="914400">
              <a:lnSpc>
                <a:spcPct val="90000"/>
              </a:lnSpc>
              <a:spcBef>
                <a:spcPts val="201"/>
              </a:spcBef>
              <a:spcAft>
                <a:spcPts val="400"/>
              </a:spcAft>
              <a:buClr>
                <a:srgbClr val="1cade4"/>
              </a:buClr>
              <a:buFont typeface="Calibri"/>
              <a:buChar char="◦"/>
            </a:pPr>
            <a:r>
              <a:rPr b="0" lang="en-US" sz="1800" spc="-1" strike="noStrike">
                <a:solidFill>
                  <a:schemeClr val="dk1">
                    <a:lumMod val="75000"/>
                    <a:lumOff val="25000"/>
                  </a:schemeClr>
                </a:solidFill>
                <a:latin typeface="Calibri"/>
              </a:rPr>
              <a:t>Second level</a:t>
            </a:r>
            <a:endParaRPr b="0" lang="en-US" sz="1800" spc="-1" strike="noStrike">
              <a:solidFill>
                <a:schemeClr val="dk1">
                  <a:lumMod val="75000"/>
                  <a:lumOff val="25000"/>
                </a:schemeClr>
              </a:solidFill>
              <a:latin typeface="Calibri"/>
            </a:endParaRPr>
          </a:p>
          <a:p>
            <a:pPr lvl="2" marL="56700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Third level</a:t>
            </a:r>
            <a:endParaRPr b="0" lang="en-US" sz="1400" spc="-1" strike="noStrike">
              <a:solidFill>
                <a:schemeClr val="dk1">
                  <a:lumMod val="75000"/>
                  <a:lumOff val="25000"/>
                </a:schemeClr>
              </a:solidFill>
              <a:latin typeface="Calibri"/>
            </a:endParaRPr>
          </a:p>
          <a:p>
            <a:pPr lvl="3" marL="74988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Fourth level</a:t>
            </a:r>
            <a:endParaRPr b="0" lang="en-US" sz="1400" spc="-1" strike="noStrike">
              <a:solidFill>
                <a:schemeClr val="dk1">
                  <a:lumMod val="75000"/>
                  <a:lumOff val="25000"/>
                </a:schemeClr>
              </a:solidFill>
              <a:latin typeface="Calibri"/>
            </a:endParaRPr>
          </a:p>
          <a:p>
            <a:pPr lvl="4" marL="93276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Fifth level</a:t>
            </a:r>
            <a:endParaRPr b="0" lang="en-US" sz="1400" spc="-1" strike="noStrike">
              <a:solidFill>
                <a:schemeClr val="dk1">
                  <a:lumMod val="75000"/>
                  <a:lumOff val="25000"/>
                </a:schemeClr>
              </a:solidFill>
              <a:latin typeface="Calibri"/>
            </a:endParaRPr>
          </a:p>
        </p:txBody>
      </p:sp>
      <p:sp>
        <p:nvSpPr>
          <p:cNvPr id="36" name="PlaceHolder 3"/>
          <p:cNvSpPr>
            <a:spLocks noGrp="1"/>
          </p:cNvSpPr>
          <p:nvPr>
            <p:ph type="dt" idx="10"/>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37" name="PlaceHolder 4"/>
          <p:cNvSpPr>
            <a:spLocks noGrp="1"/>
          </p:cNvSpPr>
          <p:nvPr>
            <p:ph type="ftr" idx="11"/>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5"/>
          <p:cNvSpPr>
            <a:spLocks noGrp="1"/>
          </p:cNvSpPr>
          <p:nvPr>
            <p:ph type="sldNum" idx="12"/>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E0CFF7D6-00B6-4657-AD57-EC3CE8F94CC7}"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Rectangle 6" hidden="1"/>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Rectangle 8" hidden="1"/>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43"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44"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5" name="Rectangle 7"/>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sp>
        <p:nvSpPr>
          <p:cNvPr id="46" name="PlaceHolder 1"/>
          <p:cNvSpPr>
            <a:spLocks noGrp="1"/>
          </p:cNvSpPr>
          <p:nvPr>
            <p:ph type="title"/>
          </p:nvPr>
        </p:nvSpPr>
        <p:spPr>
          <a:xfrm>
            <a:off x="1097280" y="758880"/>
            <a:ext cx="10058040" cy="3565800"/>
          </a:xfrm>
          <a:prstGeom prst="rect">
            <a:avLst/>
          </a:prstGeom>
          <a:noFill/>
          <a:ln w="0">
            <a:noFill/>
          </a:ln>
        </p:spPr>
        <p:txBody>
          <a:bodyPr lIns="91440" rIns="91440" tIns="45720" bIns="45720" anchor="b">
            <a:normAutofit/>
          </a:bodyPr>
          <a:p>
            <a:pPr indent="0" defTabSz="914400">
              <a:lnSpc>
                <a:spcPct val="85000"/>
              </a:lnSpc>
              <a:buNone/>
            </a:pPr>
            <a:r>
              <a:rPr b="0" lang="en-US" sz="8000" spc="-52" strike="noStrike">
                <a:solidFill>
                  <a:schemeClr val="dk1">
                    <a:lumMod val="85000"/>
                    <a:lumOff val="15000"/>
                  </a:schemeClr>
                </a:solidFill>
                <a:latin typeface="Calibri Light"/>
              </a:rPr>
              <a:t>Click to edit Master title style</a:t>
            </a:r>
            <a:endParaRPr b="0" lang="en-US" sz="8000" spc="-1" strike="noStrike">
              <a:solidFill>
                <a:schemeClr val="dk1"/>
              </a:solidFill>
              <a:latin typeface="Calibri"/>
            </a:endParaRPr>
          </a:p>
        </p:txBody>
      </p:sp>
      <p:sp>
        <p:nvSpPr>
          <p:cNvPr id="47" name="PlaceHolder 2"/>
          <p:cNvSpPr>
            <a:spLocks noGrp="1"/>
          </p:cNvSpPr>
          <p:nvPr>
            <p:ph type="body"/>
          </p:nvPr>
        </p:nvSpPr>
        <p:spPr>
          <a:xfrm>
            <a:off x="1097280" y="4453200"/>
            <a:ext cx="10058040" cy="1142640"/>
          </a:xfrm>
          <a:prstGeom prst="rect">
            <a:avLst/>
          </a:prstGeom>
          <a:noFill/>
          <a:ln w="0">
            <a:noFill/>
          </a:ln>
        </p:spPr>
        <p:txBody>
          <a:bodyPr lIns="91440" rIns="91440" tIns="45720" bIns="45720" anchor="t">
            <a:normAutofit/>
          </a:bodyPr>
          <a:p>
            <a:pPr indent="0" defTabSz="914400">
              <a:lnSpc>
                <a:spcPct val="90000"/>
              </a:lnSpc>
              <a:spcBef>
                <a:spcPts val="1199"/>
              </a:spcBef>
              <a:spcAft>
                <a:spcPts val="201"/>
              </a:spcAft>
              <a:buNone/>
              <a:tabLst>
                <a:tab algn="l" pos="0"/>
              </a:tabLst>
            </a:pPr>
            <a:r>
              <a:rPr b="0" lang="en-US" sz="2400" spc="199" strike="noStrike" cap="all">
                <a:solidFill>
                  <a:schemeClr val="dk2"/>
                </a:solidFill>
                <a:latin typeface="Calibri Light"/>
              </a:rPr>
              <a:t>Click to edit Master text styles</a:t>
            </a:r>
            <a:endParaRPr b="0" lang="en-US" sz="2400" spc="-1" strike="noStrike">
              <a:solidFill>
                <a:schemeClr val="dk1">
                  <a:lumMod val="75000"/>
                  <a:lumOff val="25000"/>
                </a:schemeClr>
              </a:solidFill>
              <a:latin typeface="Calibri"/>
            </a:endParaRPr>
          </a:p>
        </p:txBody>
      </p:sp>
      <p:sp>
        <p:nvSpPr>
          <p:cNvPr id="48" name="PlaceHolder 3"/>
          <p:cNvSpPr>
            <a:spLocks noGrp="1"/>
          </p:cNvSpPr>
          <p:nvPr>
            <p:ph type="dt" idx="13"/>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49" name="PlaceHolder 4"/>
          <p:cNvSpPr>
            <a:spLocks noGrp="1"/>
          </p:cNvSpPr>
          <p:nvPr>
            <p:ph type="ftr" idx="14"/>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 name="PlaceHolder 5"/>
          <p:cNvSpPr>
            <a:spLocks noGrp="1"/>
          </p:cNvSpPr>
          <p:nvPr>
            <p:ph type="sldNum" idx="15"/>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D20FA08B-406D-4C59-A139-F32F6E1DD00F}"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cxnSp>
        <p:nvCxnSpPr>
          <p:cNvPr id="51" name="Straight Connector 8"/>
          <p:cNvCxnSpPr/>
          <p:nvPr/>
        </p:nvCxnSpPr>
        <p:spPr>
          <a:xfrm>
            <a:off x="1207440" y="4343400"/>
            <a:ext cx="9875880" cy="360"/>
          </a:xfrm>
          <a:prstGeom prst="straightConnector1">
            <a:avLst/>
          </a:prstGeom>
          <a:ln w="6350">
            <a:solidFill>
              <a:srgbClr val="000000">
                <a:lumMod val="50000"/>
                <a:lumOff val="50000"/>
              </a:srgbClr>
            </a:solidFill>
            <a:round/>
          </a:ln>
        </p:spPr>
      </p:cxn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Rectangle 8"/>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54"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55"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lumMod val="75000"/>
                    <a:lumOff val="25000"/>
                  </a:schemeClr>
                </a:solidFill>
                <a:latin typeface="Calibri Light"/>
              </a:rPr>
              <a:t>Click to edit Master title style</a:t>
            </a:r>
            <a:endParaRPr b="0" lang="en-US" sz="4800" spc="-1" strike="noStrike">
              <a:solidFill>
                <a:schemeClr val="dk1"/>
              </a:solidFill>
              <a:latin typeface="Calibri"/>
            </a:endParaRPr>
          </a:p>
        </p:txBody>
      </p:sp>
      <p:sp>
        <p:nvSpPr>
          <p:cNvPr id="56" name="PlaceHolder 2"/>
          <p:cNvSpPr>
            <a:spLocks noGrp="1"/>
          </p:cNvSpPr>
          <p:nvPr>
            <p:ph type="body"/>
          </p:nvPr>
        </p:nvSpPr>
        <p:spPr>
          <a:xfrm>
            <a:off x="1097280" y="1845720"/>
            <a:ext cx="4937400" cy="402300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en-US" sz="2000" spc="-1" strike="noStrike">
                <a:solidFill>
                  <a:schemeClr val="dk1">
                    <a:lumMod val="75000"/>
                    <a:lumOff val="25000"/>
                  </a:schemeClr>
                </a:solidFill>
                <a:latin typeface="Calibri"/>
              </a:rPr>
              <a:t>Click to edit Master text styles</a:t>
            </a:r>
            <a:endParaRPr b="0" lang="en-US" sz="2000" spc="-1" strike="noStrike">
              <a:solidFill>
                <a:schemeClr val="dk1">
                  <a:lumMod val="75000"/>
                  <a:lumOff val="25000"/>
                </a:schemeClr>
              </a:solidFill>
              <a:latin typeface="Calibri"/>
            </a:endParaRPr>
          </a:p>
          <a:p>
            <a:pPr lvl="1" marL="384120" indent="-182880" defTabSz="914400">
              <a:lnSpc>
                <a:spcPct val="90000"/>
              </a:lnSpc>
              <a:spcBef>
                <a:spcPts val="201"/>
              </a:spcBef>
              <a:spcAft>
                <a:spcPts val="400"/>
              </a:spcAft>
              <a:buClr>
                <a:srgbClr val="1cade4"/>
              </a:buClr>
              <a:buFont typeface="Calibri"/>
              <a:buChar char="◦"/>
            </a:pPr>
            <a:r>
              <a:rPr b="0" lang="en-US" sz="1800" spc="-1" strike="noStrike">
                <a:solidFill>
                  <a:schemeClr val="dk1">
                    <a:lumMod val="75000"/>
                    <a:lumOff val="25000"/>
                  </a:schemeClr>
                </a:solidFill>
                <a:latin typeface="Calibri"/>
              </a:rPr>
              <a:t>Second level</a:t>
            </a:r>
            <a:endParaRPr b="0" lang="en-US" sz="1800" spc="-1" strike="noStrike">
              <a:solidFill>
                <a:schemeClr val="dk1">
                  <a:lumMod val="75000"/>
                  <a:lumOff val="25000"/>
                </a:schemeClr>
              </a:solidFill>
              <a:latin typeface="Calibri"/>
            </a:endParaRPr>
          </a:p>
          <a:p>
            <a:pPr lvl="2" marL="56700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Third level</a:t>
            </a:r>
            <a:endParaRPr b="0" lang="en-US" sz="1400" spc="-1" strike="noStrike">
              <a:solidFill>
                <a:schemeClr val="dk1">
                  <a:lumMod val="75000"/>
                  <a:lumOff val="25000"/>
                </a:schemeClr>
              </a:solidFill>
              <a:latin typeface="Calibri"/>
            </a:endParaRPr>
          </a:p>
          <a:p>
            <a:pPr lvl="3" marL="74988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Fourth level</a:t>
            </a:r>
            <a:endParaRPr b="0" lang="en-US" sz="1400" spc="-1" strike="noStrike">
              <a:solidFill>
                <a:schemeClr val="dk1">
                  <a:lumMod val="75000"/>
                  <a:lumOff val="25000"/>
                </a:schemeClr>
              </a:solidFill>
              <a:latin typeface="Calibri"/>
            </a:endParaRPr>
          </a:p>
          <a:p>
            <a:pPr lvl="4" marL="93276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Fifth level</a:t>
            </a:r>
            <a:endParaRPr b="0" lang="en-US" sz="1400" spc="-1" strike="noStrike">
              <a:solidFill>
                <a:schemeClr val="dk1">
                  <a:lumMod val="75000"/>
                  <a:lumOff val="25000"/>
                </a:schemeClr>
              </a:solidFill>
              <a:latin typeface="Calibri"/>
            </a:endParaRPr>
          </a:p>
        </p:txBody>
      </p:sp>
      <p:sp>
        <p:nvSpPr>
          <p:cNvPr id="57" name="PlaceHolder 3"/>
          <p:cNvSpPr>
            <a:spLocks noGrp="1"/>
          </p:cNvSpPr>
          <p:nvPr>
            <p:ph type="body"/>
          </p:nvPr>
        </p:nvSpPr>
        <p:spPr>
          <a:xfrm>
            <a:off x="6217920" y="1845720"/>
            <a:ext cx="4937400" cy="402300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en-US" sz="2000" spc="-1" strike="noStrike">
                <a:solidFill>
                  <a:schemeClr val="dk1">
                    <a:lumMod val="75000"/>
                    <a:lumOff val="25000"/>
                  </a:schemeClr>
                </a:solidFill>
                <a:latin typeface="Calibri"/>
              </a:rPr>
              <a:t>Click to edit Master text styles</a:t>
            </a:r>
            <a:endParaRPr b="0" lang="en-US" sz="2000" spc="-1" strike="noStrike">
              <a:solidFill>
                <a:schemeClr val="dk1">
                  <a:lumMod val="75000"/>
                  <a:lumOff val="25000"/>
                </a:schemeClr>
              </a:solidFill>
              <a:latin typeface="Calibri"/>
            </a:endParaRPr>
          </a:p>
          <a:p>
            <a:pPr lvl="1" marL="384120" indent="-182880" defTabSz="914400">
              <a:lnSpc>
                <a:spcPct val="90000"/>
              </a:lnSpc>
              <a:spcBef>
                <a:spcPts val="201"/>
              </a:spcBef>
              <a:spcAft>
                <a:spcPts val="400"/>
              </a:spcAft>
              <a:buClr>
                <a:srgbClr val="1cade4"/>
              </a:buClr>
              <a:buFont typeface="Calibri"/>
              <a:buChar char="◦"/>
            </a:pPr>
            <a:r>
              <a:rPr b="0" lang="en-US" sz="1800" spc="-1" strike="noStrike">
                <a:solidFill>
                  <a:schemeClr val="dk1">
                    <a:lumMod val="75000"/>
                    <a:lumOff val="25000"/>
                  </a:schemeClr>
                </a:solidFill>
                <a:latin typeface="Calibri"/>
              </a:rPr>
              <a:t>Second level</a:t>
            </a:r>
            <a:endParaRPr b="0" lang="en-US" sz="1800" spc="-1" strike="noStrike">
              <a:solidFill>
                <a:schemeClr val="dk1">
                  <a:lumMod val="75000"/>
                  <a:lumOff val="25000"/>
                </a:schemeClr>
              </a:solidFill>
              <a:latin typeface="Calibri"/>
            </a:endParaRPr>
          </a:p>
          <a:p>
            <a:pPr lvl="2" marL="56700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Third level</a:t>
            </a:r>
            <a:endParaRPr b="0" lang="en-US" sz="1400" spc="-1" strike="noStrike">
              <a:solidFill>
                <a:schemeClr val="dk1">
                  <a:lumMod val="75000"/>
                  <a:lumOff val="25000"/>
                </a:schemeClr>
              </a:solidFill>
              <a:latin typeface="Calibri"/>
            </a:endParaRPr>
          </a:p>
          <a:p>
            <a:pPr lvl="3" marL="74988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Fourth level</a:t>
            </a:r>
            <a:endParaRPr b="0" lang="en-US" sz="1400" spc="-1" strike="noStrike">
              <a:solidFill>
                <a:schemeClr val="dk1">
                  <a:lumMod val="75000"/>
                  <a:lumOff val="25000"/>
                </a:schemeClr>
              </a:solidFill>
              <a:latin typeface="Calibri"/>
            </a:endParaRPr>
          </a:p>
          <a:p>
            <a:pPr lvl="4" marL="93276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Fifth level</a:t>
            </a:r>
            <a:endParaRPr b="0" lang="en-US" sz="1400" spc="-1" strike="noStrike">
              <a:solidFill>
                <a:schemeClr val="dk1">
                  <a:lumMod val="75000"/>
                  <a:lumOff val="25000"/>
                </a:schemeClr>
              </a:solidFill>
              <a:latin typeface="Calibri"/>
            </a:endParaRPr>
          </a:p>
        </p:txBody>
      </p:sp>
      <p:sp>
        <p:nvSpPr>
          <p:cNvPr id="58" name="PlaceHolder 4"/>
          <p:cNvSpPr>
            <a:spLocks noGrp="1"/>
          </p:cNvSpPr>
          <p:nvPr>
            <p:ph type="dt" idx="16"/>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59" name="PlaceHolder 5"/>
          <p:cNvSpPr>
            <a:spLocks noGrp="1"/>
          </p:cNvSpPr>
          <p:nvPr>
            <p:ph type="ftr" idx="17"/>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18"/>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08658EC1-6ADC-4584-9B8E-88CA3A107E1E}"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5" name="Rectangle 8"/>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66"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67"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lumMod val="75000"/>
                    <a:lumOff val="25000"/>
                  </a:schemeClr>
                </a:solidFill>
                <a:latin typeface="Calibri Light"/>
              </a:rPr>
              <a:t>Click to edit Master title style</a:t>
            </a:r>
            <a:endParaRPr b="0" lang="en-US" sz="4800" spc="-1" strike="noStrike">
              <a:solidFill>
                <a:schemeClr val="dk1"/>
              </a:solidFill>
              <a:latin typeface="Calibri"/>
            </a:endParaRPr>
          </a:p>
        </p:txBody>
      </p:sp>
      <p:sp>
        <p:nvSpPr>
          <p:cNvPr id="68" name="PlaceHolder 2"/>
          <p:cNvSpPr>
            <a:spLocks noGrp="1"/>
          </p:cNvSpPr>
          <p:nvPr>
            <p:ph type="body"/>
          </p:nvPr>
        </p:nvSpPr>
        <p:spPr>
          <a:xfrm>
            <a:off x="1097280" y="1846080"/>
            <a:ext cx="4937400" cy="735840"/>
          </a:xfrm>
          <a:prstGeom prst="rect">
            <a:avLst/>
          </a:prstGeom>
          <a:noFill/>
          <a:ln w="0">
            <a:noFill/>
          </a:ln>
        </p:spPr>
        <p:txBody>
          <a:bodyPr lIns="91440" rIns="91440" tIns="45720" bIns="45720" anchor="ctr">
            <a:normAutofit/>
          </a:bodyPr>
          <a:p>
            <a:pPr indent="0" defTabSz="914400">
              <a:lnSpc>
                <a:spcPct val="90000"/>
              </a:lnSpc>
              <a:spcBef>
                <a:spcPts val="1199"/>
              </a:spcBef>
              <a:spcAft>
                <a:spcPts val="201"/>
              </a:spcAft>
              <a:buNone/>
              <a:tabLst>
                <a:tab algn="l" pos="0"/>
              </a:tabLst>
            </a:pPr>
            <a:r>
              <a:rPr b="0" lang="en-US" sz="2000" spc="-1" strike="noStrike" cap="all">
                <a:solidFill>
                  <a:schemeClr val="dk2"/>
                </a:solidFill>
                <a:latin typeface="Calibri"/>
              </a:rPr>
              <a:t>Click to edit Master text styles</a:t>
            </a:r>
            <a:endParaRPr b="0" lang="en-US" sz="2000" spc="-1" strike="noStrike">
              <a:solidFill>
                <a:schemeClr val="dk1">
                  <a:lumMod val="75000"/>
                  <a:lumOff val="25000"/>
                </a:schemeClr>
              </a:solidFill>
              <a:latin typeface="Calibri"/>
            </a:endParaRPr>
          </a:p>
        </p:txBody>
      </p:sp>
      <p:sp>
        <p:nvSpPr>
          <p:cNvPr id="69" name="PlaceHolder 3"/>
          <p:cNvSpPr>
            <a:spLocks noGrp="1"/>
          </p:cNvSpPr>
          <p:nvPr>
            <p:ph type="body"/>
          </p:nvPr>
        </p:nvSpPr>
        <p:spPr>
          <a:xfrm>
            <a:off x="1097280" y="2582280"/>
            <a:ext cx="4937400" cy="328644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en-US" sz="2000" spc="-1" strike="noStrike">
                <a:solidFill>
                  <a:schemeClr val="dk1">
                    <a:lumMod val="75000"/>
                    <a:lumOff val="25000"/>
                  </a:schemeClr>
                </a:solidFill>
                <a:latin typeface="Calibri"/>
              </a:rPr>
              <a:t>Click to edit Master text styles</a:t>
            </a:r>
            <a:endParaRPr b="0" lang="en-US" sz="2000" spc="-1" strike="noStrike">
              <a:solidFill>
                <a:schemeClr val="dk1">
                  <a:lumMod val="75000"/>
                  <a:lumOff val="25000"/>
                </a:schemeClr>
              </a:solidFill>
              <a:latin typeface="Calibri"/>
            </a:endParaRPr>
          </a:p>
          <a:p>
            <a:pPr lvl="1" marL="384120" indent="-182880" defTabSz="914400">
              <a:lnSpc>
                <a:spcPct val="90000"/>
              </a:lnSpc>
              <a:spcBef>
                <a:spcPts val="201"/>
              </a:spcBef>
              <a:spcAft>
                <a:spcPts val="400"/>
              </a:spcAft>
              <a:buClr>
                <a:srgbClr val="1cade4"/>
              </a:buClr>
              <a:buFont typeface="Calibri"/>
              <a:buChar char="◦"/>
            </a:pPr>
            <a:r>
              <a:rPr b="0" lang="en-US" sz="1800" spc="-1" strike="noStrike">
                <a:solidFill>
                  <a:schemeClr val="dk1">
                    <a:lumMod val="75000"/>
                    <a:lumOff val="25000"/>
                  </a:schemeClr>
                </a:solidFill>
                <a:latin typeface="Calibri"/>
              </a:rPr>
              <a:t>Second level</a:t>
            </a:r>
            <a:endParaRPr b="0" lang="en-US" sz="1800" spc="-1" strike="noStrike">
              <a:solidFill>
                <a:schemeClr val="dk1">
                  <a:lumMod val="75000"/>
                  <a:lumOff val="25000"/>
                </a:schemeClr>
              </a:solidFill>
              <a:latin typeface="Calibri"/>
            </a:endParaRPr>
          </a:p>
          <a:p>
            <a:pPr lvl="2" marL="56700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Third level</a:t>
            </a:r>
            <a:endParaRPr b="0" lang="en-US" sz="1400" spc="-1" strike="noStrike">
              <a:solidFill>
                <a:schemeClr val="dk1">
                  <a:lumMod val="75000"/>
                  <a:lumOff val="25000"/>
                </a:schemeClr>
              </a:solidFill>
              <a:latin typeface="Calibri"/>
            </a:endParaRPr>
          </a:p>
          <a:p>
            <a:pPr lvl="3" marL="74988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Fourth level</a:t>
            </a:r>
            <a:endParaRPr b="0" lang="en-US" sz="1400" spc="-1" strike="noStrike">
              <a:solidFill>
                <a:schemeClr val="dk1">
                  <a:lumMod val="75000"/>
                  <a:lumOff val="25000"/>
                </a:schemeClr>
              </a:solidFill>
              <a:latin typeface="Calibri"/>
            </a:endParaRPr>
          </a:p>
          <a:p>
            <a:pPr lvl="4" marL="93276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Fifth level</a:t>
            </a:r>
            <a:endParaRPr b="0" lang="en-US" sz="1400" spc="-1" strike="noStrike">
              <a:solidFill>
                <a:schemeClr val="dk1">
                  <a:lumMod val="75000"/>
                  <a:lumOff val="25000"/>
                </a:schemeClr>
              </a:solidFill>
              <a:latin typeface="Calibri"/>
            </a:endParaRPr>
          </a:p>
        </p:txBody>
      </p:sp>
      <p:sp>
        <p:nvSpPr>
          <p:cNvPr id="70" name="PlaceHolder 4"/>
          <p:cNvSpPr>
            <a:spLocks noGrp="1"/>
          </p:cNvSpPr>
          <p:nvPr>
            <p:ph type="body"/>
          </p:nvPr>
        </p:nvSpPr>
        <p:spPr>
          <a:xfrm>
            <a:off x="6217920" y="1846080"/>
            <a:ext cx="4937400" cy="735840"/>
          </a:xfrm>
          <a:prstGeom prst="rect">
            <a:avLst/>
          </a:prstGeom>
          <a:noFill/>
          <a:ln w="0">
            <a:noFill/>
          </a:ln>
        </p:spPr>
        <p:txBody>
          <a:bodyPr lIns="91440" rIns="91440" tIns="45720" bIns="45720" anchor="ctr">
            <a:normAutofit/>
          </a:bodyPr>
          <a:p>
            <a:pPr indent="0" defTabSz="914400">
              <a:lnSpc>
                <a:spcPct val="90000"/>
              </a:lnSpc>
              <a:spcBef>
                <a:spcPts val="1199"/>
              </a:spcBef>
              <a:spcAft>
                <a:spcPts val="201"/>
              </a:spcAft>
              <a:buNone/>
              <a:tabLst>
                <a:tab algn="l" pos="0"/>
              </a:tabLst>
            </a:pPr>
            <a:r>
              <a:rPr b="0" lang="en-US" sz="2000" spc="-1" strike="noStrike" cap="all">
                <a:solidFill>
                  <a:schemeClr val="dk2"/>
                </a:solidFill>
                <a:latin typeface="Calibri"/>
              </a:rPr>
              <a:t>Click to edit Master text styles</a:t>
            </a:r>
            <a:endParaRPr b="0" lang="en-US" sz="2000" spc="-1" strike="noStrike">
              <a:solidFill>
                <a:schemeClr val="dk1">
                  <a:lumMod val="75000"/>
                  <a:lumOff val="25000"/>
                </a:schemeClr>
              </a:solidFill>
              <a:latin typeface="Calibri"/>
            </a:endParaRPr>
          </a:p>
        </p:txBody>
      </p:sp>
      <p:sp>
        <p:nvSpPr>
          <p:cNvPr id="71" name="PlaceHolder 5"/>
          <p:cNvSpPr>
            <a:spLocks noGrp="1"/>
          </p:cNvSpPr>
          <p:nvPr>
            <p:ph type="body"/>
          </p:nvPr>
        </p:nvSpPr>
        <p:spPr>
          <a:xfrm>
            <a:off x="6217920" y="2582280"/>
            <a:ext cx="4937400" cy="328644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en-US" sz="2000" spc="-1" strike="noStrike">
                <a:solidFill>
                  <a:schemeClr val="dk1">
                    <a:lumMod val="75000"/>
                    <a:lumOff val="25000"/>
                  </a:schemeClr>
                </a:solidFill>
                <a:latin typeface="Calibri"/>
              </a:rPr>
              <a:t>Click to edit Master text styles</a:t>
            </a:r>
            <a:endParaRPr b="0" lang="en-US" sz="2000" spc="-1" strike="noStrike">
              <a:solidFill>
                <a:schemeClr val="dk1">
                  <a:lumMod val="75000"/>
                  <a:lumOff val="25000"/>
                </a:schemeClr>
              </a:solidFill>
              <a:latin typeface="Calibri"/>
            </a:endParaRPr>
          </a:p>
          <a:p>
            <a:pPr lvl="1" marL="384120" indent="-182880" defTabSz="914400">
              <a:lnSpc>
                <a:spcPct val="90000"/>
              </a:lnSpc>
              <a:spcBef>
                <a:spcPts val="201"/>
              </a:spcBef>
              <a:spcAft>
                <a:spcPts val="400"/>
              </a:spcAft>
              <a:buClr>
                <a:srgbClr val="1cade4"/>
              </a:buClr>
              <a:buFont typeface="Calibri"/>
              <a:buChar char="◦"/>
            </a:pPr>
            <a:r>
              <a:rPr b="0" lang="en-US" sz="1800" spc="-1" strike="noStrike">
                <a:solidFill>
                  <a:schemeClr val="dk1">
                    <a:lumMod val="75000"/>
                    <a:lumOff val="25000"/>
                  </a:schemeClr>
                </a:solidFill>
                <a:latin typeface="Calibri"/>
              </a:rPr>
              <a:t>Second level</a:t>
            </a:r>
            <a:endParaRPr b="0" lang="en-US" sz="1800" spc="-1" strike="noStrike">
              <a:solidFill>
                <a:schemeClr val="dk1">
                  <a:lumMod val="75000"/>
                  <a:lumOff val="25000"/>
                </a:schemeClr>
              </a:solidFill>
              <a:latin typeface="Calibri"/>
            </a:endParaRPr>
          </a:p>
          <a:p>
            <a:pPr lvl="2" marL="56700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Third level</a:t>
            </a:r>
            <a:endParaRPr b="0" lang="en-US" sz="1400" spc="-1" strike="noStrike">
              <a:solidFill>
                <a:schemeClr val="dk1">
                  <a:lumMod val="75000"/>
                  <a:lumOff val="25000"/>
                </a:schemeClr>
              </a:solidFill>
              <a:latin typeface="Calibri"/>
            </a:endParaRPr>
          </a:p>
          <a:p>
            <a:pPr lvl="3" marL="74988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Fourth level</a:t>
            </a:r>
            <a:endParaRPr b="0" lang="en-US" sz="1400" spc="-1" strike="noStrike">
              <a:solidFill>
                <a:schemeClr val="dk1">
                  <a:lumMod val="75000"/>
                  <a:lumOff val="25000"/>
                </a:schemeClr>
              </a:solidFill>
              <a:latin typeface="Calibri"/>
            </a:endParaRPr>
          </a:p>
          <a:p>
            <a:pPr lvl="4" marL="93276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Fifth level</a:t>
            </a:r>
            <a:endParaRPr b="0" lang="en-US" sz="1400" spc="-1" strike="noStrike">
              <a:solidFill>
                <a:schemeClr val="dk1">
                  <a:lumMod val="75000"/>
                  <a:lumOff val="25000"/>
                </a:schemeClr>
              </a:solidFill>
              <a:latin typeface="Calibri"/>
            </a:endParaRPr>
          </a:p>
        </p:txBody>
      </p:sp>
      <p:sp>
        <p:nvSpPr>
          <p:cNvPr id="72" name="PlaceHolder 6"/>
          <p:cNvSpPr>
            <a:spLocks noGrp="1"/>
          </p:cNvSpPr>
          <p:nvPr>
            <p:ph type="dt" idx="19"/>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73" name="PlaceHolder 7"/>
          <p:cNvSpPr>
            <a:spLocks noGrp="1"/>
          </p:cNvSpPr>
          <p:nvPr>
            <p:ph type="ftr" idx="20"/>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4" name="PlaceHolder 8"/>
          <p:cNvSpPr>
            <a:spLocks noGrp="1"/>
          </p:cNvSpPr>
          <p:nvPr>
            <p:ph type="sldNum" idx="21"/>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E94261C4-E556-46AB-8294-6B077FC04C5F}"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76" name="Rectangle 8"/>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77"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78"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lumMod val="75000"/>
                    <a:lumOff val="25000"/>
                  </a:schemeClr>
                </a:solidFill>
                <a:latin typeface="Calibri Light"/>
              </a:rPr>
              <a:t>Click to edit Master title style</a:t>
            </a:r>
            <a:endParaRPr b="0" lang="en-US" sz="4800" spc="-1" strike="noStrike">
              <a:solidFill>
                <a:schemeClr val="dk1"/>
              </a:solidFill>
              <a:latin typeface="Calibri"/>
            </a:endParaRPr>
          </a:p>
        </p:txBody>
      </p:sp>
      <p:sp>
        <p:nvSpPr>
          <p:cNvPr id="79" name="PlaceHolder 2"/>
          <p:cNvSpPr>
            <a:spLocks noGrp="1"/>
          </p:cNvSpPr>
          <p:nvPr>
            <p:ph type="dt" idx="22"/>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80" name="PlaceHolder 3"/>
          <p:cNvSpPr>
            <a:spLocks noGrp="1"/>
          </p:cNvSpPr>
          <p:nvPr>
            <p:ph type="ftr" idx="23"/>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1" name="PlaceHolder 4"/>
          <p:cNvSpPr>
            <a:spLocks noGrp="1"/>
          </p:cNvSpPr>
          <p:nvPr>
            <p:ph type="sldNum" idx="24"/>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6BB094C4-7E86-4F6C-900E-CA7B81902D60}"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Rectangle 6" hidden="1"/>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Rectangle 8" hidden="1"/>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85"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86" name="Rectangle 4"/>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Rectangle 5"/>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sp>
        <p:nvSpPr>
          <p:cNvPr id="88" name="PlaceHolder 1"/>
          <p:cNvSpPr>
            <a:spLocks noGrp="1"/>
          </p:cNvSpPr>
          <p:nvPr>
            <p:ph type="dt" idx="25"/>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89" name="PlaceHolder 2"/>
          <p:cNvSpPr>
            <a:spLocks noGrp="1"/>
          </p:cNvSpPr>
          <p:nvPr>
            <p:ph type="ftr" idx="26"/>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3"/>
          <p:cNvSpPr>
            <a:spLocks noGrp="1"/>
          </p:cNvSpPr>
          <p:nvPr>
            <p:ph type="sldNum" idx="27"/>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A298F5C7-3F70-4341-B66D-4E032F0C2650}"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sp>
        <p:nvSpPr>
          <p:cNvPr id="91"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9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000" spc="-1" strike="noStrike">
                <a:solidFill>
                  <a:schemeClr val="dk1">
                    <a:lumMod val="75000"/>
                    <a:lumOff val="25000"/>
                  </a:schemeClr>
                </a:solidFill>
                <a:latin typeface="Calibri"/>
              </a:rPr>
              <a:t>Click to edit the outline text format</a:t>
            </a:r>
            <a:endParaRPr b="0" lang="en-US" sz="2000" spc="-1" strike="noStrike">
              <a:solidFill>
                <a:schemeClr val="dk1">
                  <a:lumMod val="75000"/>
                  <a:lumOff val="25000"/>
                </a:schemeClr>
              </a:solidFill>
              <a:latin typeface="Calibri"/>
            </a:endParaRPr>
          </a:p>
          <a:p>
            <a:pPr lvl="1" marL="864000" indent="-324000">
              <a:lnSpc>
                <a:spcPct val="90000"/>
              </a:lnSpc>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alibri"/>
              </a:rPr>
              <a:t>Second Outline Level</a:t>
            </a:r>
            <a:endParaRPr b="0" lang="en-US" sz="1400" spc="-1" strike="noStrike">
              <a:solidFill>
                <a:schemeClr val="dk1">
                  <a:lumMod val="75000"/>
                  <a:lumOff val="25000"/>
                </a:schemeClr>
              </a:solidFill>
              <a:latin typeface="Calibri"/>
            </a:endParaRPr>
          </a:p>
          <a:p>
            <a:pPr lvl="2" marL="1296000" indent="-288000">
              <a:lnSpc>
                <a:spcPct val="90000"/>
              </a:lnSpc>
              <a:spcBef>
                <a:spcPts val="850"/>
              </a:spcBef>
              <a:buClr>
                <a:srgbClr val="000000"/>
              </a:buClr>
              <a:buSzPct val="45000"/>
              <a:buFont typeface="Wingdings" charset="2"/>
              <a:buChar char=""/>
            </a:pPr>
            <a:r>
              <a:rPr b="0" lang="en-US" sz="1400" spc="-1" strike="noStrike">
                <a:solidFill>
                  <a:schemeClr val="dk1">
                    <a:lumMod val="75000"/>
                    <a:lumOff val="25000"/>
                  </a:schemeClr>
                </a:solidFill>
                <a:latin typeface="Calibri"/>
              </a:rPr>
              <a:t>Third Outline Level</a:t>
            </a:r>
            <a:endParaRPr b="0" lang="en-US" sz="1400" spc="-1" strike="noStrike">
              <a:solidFill>
                <a:schemeClr val="dk1">
                  <a:lumMod val="75000"/>
                  <a:lumOff val="25000"/>
                </a:schemeClr>
              </a:solidFill>
              <a:latin typeface="Calibri"/>
            </a:endParaRPr>
          </a:p>
          <a:p>
            <a:pPr lvl="3" marL="1728000" indent="-216000">
              <a:lnSpc>
                <a:spcPct val="90000"/>
              </a:lnSpc>
              <a:spcBef>
                <a:spcPts val="567"/>
              </a:spcBef>
              <a:buClr>
                <a:srgbClr val="000000"/>
              </a:buClr>
              <a:buSzPct val="75000"/>
              <a:buFont typeface="Symbol" charset="2"/>
              <a:buChar char=""/>
            </a:pPr>
            <a:r>
              <a:rPr b="0" lang="en-US" sz="1400" spc="-1" strike="noStrike">
                <a:solidFill>
                  <a:schemeClr val="dk1">
                    <a:lumMod val="75000"/>
                    <a:lumOff val="25000"/>
                  </a:schemeClr>
                </a:solidFill>
                <a:latin typeface="Calibri"/>
              </a:rPr>
              <a:t>Fourth Outline Level</a:t>
            </a:r>
            <a:endParaRPr b="0" lang="en-US" sz="1400" spc="-1" strike="noStrike">
              <a:solidFill>
                <a:schemeClr val="dk1">
                  <a:lumMod val="75000"/>
                  <a:lumOff val="25000"/>
                </a:schemeClr>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alibri"/>
              </a:rPr>
              <a:t>Fifth Outline Level</a:t>
            </a:r>
            <a:endParaRPr b="0" lang="en-US" sz="2000" spc="-1" strike="noStrike">
              <a:solidFill>
                <a:schemeClr val="dk1">
                  <a:lumMod val="75000"/>
                  <a:lumOff val="25000"/>
                </a:schemeClr>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alibri"/>
              </a:rPr>
              <a:t>Sixth Outline Level</a:t>
            </a:r>
            <a:endParaRPr b="0" lang="en-US" sz="2000" spc="-1" strike="noStrike">
              <a:solidFill>
                <a:schemeClr val="dk1">
                  <a:lumMod val="75000"/>
                  <a:lumOff val="25000"/>
                </a:schemeClr>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alibri"/>
              </a:rPr>
              <a:t>Seventh Outline Level</a:t>
            </a:r>
            <a:endParaRPr b="0" lang="en-US" sz="2000" spc="-1" strike="noStrike">
              <a:solidFill>
                <a:schemeClr val="dk1">
                  <a:lumMod val="75000"/>
                  <a:lumOff val="25000"/>
                </a:schemeClr>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Rectangle 6" hidden="1"/>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4" name="Rectangle 8" hidden="1"/>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95"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96" name="Rectangle 7"/>
          <p:cNvSpPr/>
          <p:nvPr/>
        </p:nvSpPr>
        <p:spPr>
          <a:xfrm>
            <a:off x="0" y="0"/>
            <a:ext cx="4050360" cy="6857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7" name="Rectangle 8"/>
          <p:cNvSpPr/>
          <p:nvPr/>
        </p:nvSpPr>
        <p:spPr>
          <a:xfrm>
            <a:off x="4039920" y="0"/>
            <a:ext cx="63720" cy="685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8" name="PlaceHolder 1"/>
          <p:cNvSpPr>
            <a:spLocks noGrp="1"/>
          </p:cNvSpPr>
          <p:nvPr>
            <p:ph type="title"/>
          </p:nvPr>
        </p:nvSpPr>
        <p:spPr>
          <a:xfrm>
            <a:off x="457200" y="594360"/>
            <a:ext cx="3200040" cy="2285640"/>
          </a:xfrm>
          <a:prstGeom prst="rect">
            <a:avLst/>
          </a:prstGeom>
          <a:noFill/>
          <a:ln w="0">
            <a:noFill/>
          </a:ln>
        </p:spPr>
        <p:txBody>
          <a:bodyPr lIns="91440" rIns="91440" tIns="45720" bIns="45720" anchor="b">
            <a:normAutofit/>
          </a:bodyPr>
          <a:p>
            <a:pPr indent="0" defTabSz="914400">
              <a:lnSpc>
                <a:spcPct val="85000"/>
              </a:lnSpc>
              <a:buNone/>
            </a:pPr>
            <a:r>
              <a:rPr b="0" lang="en-US" sz="3600" spc="-52" strike="noStrike">
                <a:solidFill>
                  <a:srgbClr val="ffffff"/>
                </a:solidFill>
                <a:latin typeface="Calibri Light"/>
              </a:rPr>
              <a:t>Click to edit Master title style</a:t>
            </a:r>
            <a:endParaRPr b="0" lang="en-US" sz="3600" spc="-1" strike="noStrike">
              <a:solidFill>
                <a:schemeClr val="dk1"/>
              </a:solidFill>
              <a:latin typeface="Calibri"/>
            </a:endParaRPr>
          </a:p>
        </p:txBody>
      </p:sp>
      <p:sp>
        <p:nvSpPr>
          <p:cNvPr id="99" name="PlaceHolder 2"/>
          <p:cNvSpPr>
            <a:spLocks noGrp="1"/>
          </p:cNvSpPr>
          <p:nvPr>
            <p:ph type="body"/>
          </p:nvPr>
        </p:nvSpPr>
        <p:spPr>
          <a:xfrm>
            <a:off x="4800600" y="731520"/>
            <a:ext cx="6491880" cy="525744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en-US" sz="2000" spc="-1" strike="noStrike">
                <a:solidFill>
                  <a:schemeClr val="dk1">
                    <a:lumMod val="75000"/>
                    <a:lumOff val="25000"/>
                  </a:schemeClr>
                </a:solidFill>
                <a:latin typeface="Calibri"/>
              </a:rPr>
              <a:t>Click to edit Master text styles</a:t>
            </a:r>
            <a:endParaRPr b="0" lang="en-US" sz="2000" spc="-1" strike="noStrike">
              <a:solidFill>
                <a:schemeClr val="dk1">
                  <a:lumMod val="75000"/>
                  <a:lumOff val="25000"/>
                </a:schemeClr>
              </a:solidFill>
              <a:latin typeface="Calibri"/>
            </a:endParaRPr>
          </a:p>
          <a:p>
            <a:pPr lvl="1" marL="384120" indent="-182880" defTabSz="914400">
              <a:lnSpc>
                <a:spcPct val="90000"/>
              </a:lnSpc>
              <a:spcBef>
                <a:spcPts val="201"/>
              </a:spcBef>
              <a:spcAft>
                <a:spcPts val="400"/>
              </a:spcAft>
              <a:buClr>
                <a:srgbClr val="1cade4"/>
              </a:buClr>
              <a:buFont typeface="Calibri"/>
              <a:buChar char="◦"/>
            </a:pPr>
            <a:r>
              <a:rPr b="0" lang="en-US" sz="1800" spc="-1" strike="noStrike">
                <a:solidFill>
                  <a:schemeClr val="dk1">
                    <a:lumMod val="75000"/>
                    <a:lumOff val="25000"/>
                  </a:schemeClr>
                </a:solidFill>
                <a:latin typeface="Calibri"/>
              </a:rPr>
              <a:t>Second level</a:t>
            </a:r>
            <a:endParaRPr b="0" lang="en-US" sz="1800" spc="-1" strike="noStrike">
              <a:solidFill>
                <a:schemeClr val="dk1">
                  <a:lumMod val="75000"/>
                  <a:lumOff val="25000"/>
                </a:schemeClr>
              </a:solidFill>
              <a:latin typeface="Calibri"/>
            </a:endParaRPr>
          </a:p>
          <a:p>
            <a:pPr lvl="2" marL="56700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Third level</a:t>
            </a:r>
            <a:endParaRPr b="0" lang="en-US" sz="1400" spc="-1" strike="noStrike">
              <a:solidFill>
                <a:schemeClr val="dk1">
                  <a:lumMod val="75000"/>
                  <a:lumOff val="25000"/>
                </a:schemeClr>
              </a:solidFill>
              <a:latin typeface="Calibri"/>
            </a:endParaRPr>
          </a:p>
          <a:p>
            <a:pPr lvl="3" marL="74988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Fourth level</a:t>
            </a:r>
            <a:endParaRPr b="0" lang="en-US" sz="1400" spc="-1" strike="noStrike">
              <a:solidFill>
                <a:schemeClr val="dk1">
                  <a:lumMod val="75000"/>
                  <a:lumOff val="25000"/>
                </a:schemeClr>
              </a:solidFill>
              <a:latin typeface="Calibri"/>
            </a:endParaRPr>
          </a:p>
          <a:p>
            <a:pPr lvl="4" marL="932760" indent="-182880" defTabSz="914400">
              <a:lnSpc>
                <a:spcPct val="90000"/>
              </a:lnSpc>
              <a:spcBef>
                <a:spcPts val="201"/>
              </a:spcBef>
              <a:spcAft>
                <a:spcPts val="400"/>
              </a:spcAft>
              <a:buClr>
                <a:srgbClr val="1cade4"/>
              </a:buClr>
              <a:buFont typeface="Calibri"/>
              <a:buChar char="◦"/>
            </a:pPr>
            <a:r>
              <a:rPr b="0" lang="en-US" sz="1400" spc="-1" strike="noStrike">
                <a:solidFill>
                  <a:schemeClr val="dk1">
                    <a:lumMod val="75000"/>
                    <a:lumOff val="25000"/>
                  </a:schemeClr>
                </a:solidFill>
                <a:latin typeface="Calibri"/>
              </a:rPr>
              <a:t>Fifth level</a:t>
            </a:r>
            <a:endParaRPr b="0" lang="en-US" sz="1400" spc="-1" strike="noStrike">
              <a:solidFill>
                <a:schemeClr val="dk1">
                  <a:lumMod val="75000"/>
                  <a:lumOff val="25000"/>
                </a:schemeClr>
              </a:solidFill>
              <a:latin typeface="Calibri"/>
            </a:endParaRPr>
          </a:p>
        </p:txBody>
      </p:sp>
      <p:sp>
        <p:nvSpPr>
          <p:cNvPr id="100" name="PlaceHolder 3"/>
          <p:cNvSpPr>
            <a:spLocks noGrp="1"/>
          </p:cNvSpPr>
          <p:nvPr>
            <p:ph type="body"/>
          </p:nvPr>
        </p:nvSpPr>
        <p:spPr>
          <a:xfrm>
            <a:off x="457200" y="2926080"/>
            <a:ext cx="3200040" cy="3378600"/>
          </a:xfrm>
          <a:prstGeom prst="rect">
            <a:avLst/>
          </a:prstGeom>
          <a:noFill/>
          <a:ln w="0">
            <a:noFill/>
          </a:ln>
        </p:spPr>
        <p:txBody>
          <a:bodyPr lIns="91440" rIns="91440" tIns="45720" bIns="45720" anchor="t">
            <a:normAutofit/>
          </a:bodyPr>
          <a:p>
            <a:pPr indent="0" defTabSz="914400">
              <a:lnSpc>
                <a:spcPct val="90000"/>
              </a:lnSpc>
              <a:spcBef>
                <a:spcPts val="1199"/>
              </a:spcBef>
              <a:spcAft>
                <a:spcPts val="201"/>
              </a:spcAft>
              <a:buNone/>
              <a:tabLst>
                <a:tab algn="l" pos="0"/>
              </a:tabLst>
            </a:pPr>
            <a:r>
              <a:rPr b="0" lang="en-US" sz="1500" spc="-1" strike="noStrike">
                <a:solidFill>
                  <a:srgbClr val="ffffff"/>
                </a:solidFill>
                <a:latin typeface="Calibri"/>
              </a:rPr>
              <a:t>Click to edit Master text styles</a:t>
            </a:r>
            <a:endParaRPr b="0" lang="en-US" sz="1500" spc="-1" strike="noStrike">
              <a:solidFill>
                <a:schemeClr val="dk1">
                  <a:lumMod val="75000"/>
                  <a:lumOff val="25000"/>
                </a:schemeClr>
              </a:solidFill>
              <a:latin typeface="Calibri"/>
            </a:endParaRPr>
          </a:p>
        </p:txBody>
      </p:sp>
      <p:sp>
        <p:nvSpPr>
          <p:cNvPr id="101" name="PlaceHolder 4"/>
          <p:cNvSpPr>
            <a:spLocks noGrp="1"/>
          </p:cNvSpPr>
          <p:nvPr>
            <p:ph type="dt" idx="28"/>
          </p:nvPr>
        </p:nvSpPr>
        <p:spPr>
          <a:xfrm>
            <a:off x="465480" y="6459840"/>
            <a:ext cx="261828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102" name="PlaceHolder 5"/>
          <p:cNvSpPr>
            <a:spLocks noGrp="1"/>
          </p:cNvSpPr>
          <p:nvPr>
            <p:ph type="ftr" idx="29"/>
          </p:nvPr>
        </p:nvSpPr>
        <p:spPr>
          <a:xfrm>
            <a:off x="4800600" y="6459840"/>
            <a:ext cx="46479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3" name="PlaceHolder 6"/>
          <p:cNvSpPr>
            <a:spLocks noGrp="1"/>
          </p:cNvSpPr>
          <p:nvPr>
            <p:ph type="sldNum" idx="30"/>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chemeClr val="dk2"/>
                </a:solidFill>
                <a:latin typeface="Calibri"/>
              </a:defRPr>
            </a:lvl1pPr>
          </a:lstStyle>
          <a:p>
            <a:pPr indent="0" algn="r" defTabSz="914400">
              <a:lnSpc>
                <a:spcPct val="100000"/>
              </a:lnSpc>
              <a:buNone/>
            </a:pPr>
            <a:fld id="{500E7F9B-3410-49F6-B57C-19FCDD693EEF}" type="slidenum">
              <a:rPr b="0" lang="en-US" sz="1050" spc="-1" strike="noStrike">
                <a:solidFill>
                  <a:schemeClr val="dk2"/>
                </a:solidFill>
                <a:latin typeface="Calibri"/>
              </a:rPr>
              <a:t>&lt;number&gt;</a:t>
            </a:fld>
            <a:endParaRPr b="0" lang="en-US" sz="105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Rectangle 6" hidden="1"/>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05" name="Rectangle 8" hidden="1"/>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cxnSp>
        <p:nvCxnSpPr>
          <p:cNvPr id="106"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107" name="Rectangle 7"/>
          <p:cNvSpPr/>
          <p:nvPr/>
        </p:nvSpPr>
        <p:spPr>
          <a:xfrm>
            <a:off x="0" y="4952880"/>
            <a:ext cx="12188520" cy="1904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Rectangle 8"/>
          <p:cNvSpPr/>
          <p:nvPr/>
        </p:nvSpPr>
        <p:spPr>
          <a:xfrm>
            <a:off x="0" y="491508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19080" bIns="19080" anchor="t">
            <a:noAutofit/>
          </a:bodyPr>
          <a:p>
            <a:endParaRPr b="0" lang="en-US" sz="1800" spc="-1" strike="noStrike">
              <a:solidFill>
                <a:srgbClr val="ffffff"/>
              </a:solidFill>
              <a:latin typeface="Arial"/>
            </a:endParaRPr>
          </a:p>
        </p:txBody>
      </p:sp>
      <p:sp>
        <p:nvSpPr>
          <p:cNvPr id="109" name="PlaceHolder 1"/>
          <p:cNvSpPr>
            <a:spLocks noGrp="1"/>
          </p:cNvSpPr>
          <p:nvPr>
            <p:ph type="title"/>
          </p:nvPr>
        </p:nvSpPr>
        <p:spPr>
          <a:xfrm>
            <a:off x="1097280" y="5074920"/>
            <a:ext cx="10113120" cy="822600"/>
          </a:xfrm>
          <a:prstGeom prst="rect">
            <a:avLst/>
          </a:prstGeom>
          <a:noFill/>
          <a:ln w="0">
            <a:noFill/>
          </a:ln>
        </p:spPr>
        <p:txBody>
          <a:bodyPr lIns="91440" rIns="91440" tIns="0" bIns="0" anchor="b">
            <a:noAutofit/>
          </a:bodyPr>
          <a:p>
            <a:pPr indent="0" defTabSz="914400">
              <a:lnSpc>
                <a:spcPct val="85000"/>
              </a:lnSpc>
              <a:buNone/>
            </a:pPr>
            <a:r>
              <a:rPr b="0" lang="en-US" sz="3600" spc="-52" strike="noStrike">
                <a:solidFill>
                  <a:srgbClr val="ffffff"/>
                </a:solidFill>
                <a:latin typeface="Calibri Light"/>
              </a:rPr>
              <a:t>Click to edit Master title style</a:t>
            </a:r>
            <a:endParaRPr b="0" lang="en-US" sz="3600" spc="-1" strike="noStrike">
              <a:solidFill>
                <a:schemeClr val="dk1"/>
              </a:solidFill>
              <a:latin typeface="Calibri"/>
            </a:endParaRPr>
          </a:p>
        </p:txBody>
      </p:sp>
      <p:sp>
        <p:nvSpPr>
          <p:cNvPr id="110" name="PlaceHolder 2"/>
          <p:cNvSpPr>
            <a:spLocks noGrp="1"/>
          </p:cNvSpPr>
          <p:nvPr>
            <p:ph type="body"/>
          </p:nvPr>
        </p:nvSpPr>
        <p:spPr>
          <a:xfrm>
            <a:off x="0" y="0"/>
            <a:ext cx="12191760" cy="4914720"/>
          </a:xfrm>
          <a:prstGeom prst="rect">
            <a:avLst/>
          </a:prstGeom>
          <a:solidFill>
            <a:schemeClr val="lt2">
              <a:lumMod val="90000"/>
            </a:schemeClr>
          </a:solidFill>
          <a:ln w="0">
            <a:noFill/>
          </a:ln>
        </p:spPr>
        <p:txBody>
          <a:bodyPr lIns="457200" rIns="90000" tIns="457200" bIns="45000" anchor="t">
            <a:noAutofit/>
          </a:bodyPr>
          <a:p>
            <a:pPr indent="0" defTabSz="914400">
              <a:lnSpc>
                <a:spcPct val="100000"/>
              </a:lnSpc>
              <a:buNone/>
              <a:tabLst>
                <a:tab algn="l" pos="0"/>
              </a:tabLst>
            </a:pPr>
            <a:r>
              <a:rPr b="0" lang="en-US" sz="3200" spc="-1" strike="noStrike">
                <a:solidFill>
                  <a:schemeClr val="dk1"/>
                </a:solidFill>
                <a:latin typeface="Calibri"/>
              </a:rPr>
              <a:t>Click icon to add picture</a:t>
            </a:r>
            <a:endParaRPr b="0" lang="en-US" sz="3200" spc="-1" strike="noStrike">
              <a:solidFill>
                <a:schemeClr val="dk1">
                  <a:lumMod val="75000"/>
                  <a:lumOff val="25000"/>
                </a:schemeClr>
              </a:solidFill>
              <a:latin typeface="Calibri"/>
            </a:endParaRPr>
          </a:p>
        </p:txBody>
      </p:sp>
      <p:sp>
        <p:nvSpPr>
          <p:cNvPr id="111" name="PlaceHolder 3"/>
          <p:cNvSpPr>
            <a:spLocks noGrp="1"/>
          </p:cNvSpPr>
          <p:nvPr>
            <p:ph type="body"/>
          </p:nvPr>
        </p:nvSpPr>
        <p:spPr>
          <a:xfrm>
            <a:off x="1097280" y="5906880"/>
            <a:ext cx="10112760" cy="594000"/>
          </a:xfrm>
          <a:prstGeom prst="rect">
            <a:avLst/>
          </a:prstGeom>
          <a:noFill/>
          <a:ln w="0">
            <a:noFill/>
          </a:ln>
        </p:spPr>
        <p:txBody>
          <a:bodyPr lIns="91440" rIns="91440" tIns="0" bIns="0" anchor="t">
            <a:normAutofit/>
          </a:bodyPr>
          <a:p>
            <a:pPr indent="0" defTabSz="914400">
              <a:lnSpc>
                <a:spcPct val="90000"/>
              </a:lnSpc>
              <a:spcAft>
                <a:spcPts val="601"/>
              </a:spcAft>
              <a:buNone/>
              <a:tabLst>
                <a:tab algn="l" pos="0"/>
              </a:tabLst>
            </a:pPr>
            <a:r>
              <a:rPr b="0" lang="en-US" sz="1500" spc="-1" strike="noStrike">
                <a:solidFill>
                  <a:srgbClr val="ffffff"/>
                </a:solidFill>
                <a:latin typeface="Calibri"/>
              </a:rPr>
              <a:t>Click to edit Master text styles</a:t>
            </a:r>
            <a:endParaRPr b="0" lang="en-US" sz="1500" spc="-1" strike="noStrike">
              <a:solidFill>
                <a:schemeClr val="dk1">
                  <a:lumMod val="75000"/>
                  <a:lumOff val="25000"/>
                </a:schemeClr>
              </a:solidFill>
              <a:latin typeface="Calibri"/>
            </a:endParaRPr>
          </a:p>
        </p:txBody>
      </p:sp>
      <p:sp>
        <p:nvSpPr>
          <p:cNvPr id="112" name="PlaceHolder 4"/>
          <p:cNvSpPr>
            <a:spLocks noGrp="1"/>
          </p:cNvSpPr>
          <p:nvPr>
            <p:ph type="dt" idx="31"/>
          </p:nvPr>
        </p:nvSpPr>
        <p:spPr>
          <a:xfrm>
            <a:off x="1097280" y="6459840"/>
            <a:ext cx="2471760" cy="364680"/>
          </a:xfrm>
          <a:prstGeom prst="rect">
            <a:avLst/>
          </a:prstGeom>
          <a:noFill/>
          <a:ln w="0">
            <a:noFill/>
          </a:ln>
        </p:spPr>
        <p:txBody>
          <a:bodyPr lIns="91440" rIns="91440" tIns="45720" bIns="45720" anchor="ctr">
            <a:noAutofit/>
          </a:bodyPr>
          <a:lstStyle>
            <a:lvl1pPr indent="0" defTabSz="914400">
              <a:lnSpc>
                <a:spcPct val="100000"/>
              </a:lnSpc>
              <a:buNone/>
              <a:defRPr b="0" lang="en-US" sz="900" spc="-1" strike="noStrike">
                <a:solidFill>
                  <a:srgbClr val="ffffff"/>
                </a:solidFill>
                <a:latin typeface="Calibri"/>
              </a:defRPr>
            </a:lvl1pPr>
          </a:lstStyle>
          <a:p>
            <a:pPr indent="0" defTabSz="914400">
              <a:lnSpc>
                <a:spcPct val="100000"/>
              </a:lnSpc>
              <a:buNone/>
            </a:pPr>
            <a:r>
              <a:rPr b="0" lang="en-US" sz="900" spc="-1" strike="noStrike">
                <a:solidFill>
                  <a:srgbClr val="ffffff"/>
                </a:solidFill>
                <a:latin typeface="Calibri"/>
              </a:rPr>
              <a:t>&lt;date/time&gt;</a:t>
            </a:r>
            <a:endParaRPr b="0" lang="en-US" sz="900" spc="-1" strike="noStrike">
              <a:solidFill>
                <a:srgbClr val="000000"/>
              </a:solidFill>
              <a:latin typeface="Times New Roman"/>
            </a:endParaRPr>
          </a:p>
        </p:txBody>
      </p:sp>
      <p:sp>
        <p:nvSpPr>
          <p:cNvPr id="113" name="PlaceHolder 5"/>
          <p:cNvSpPr>
            <a:spLocks noGrp="1"/>
          </p:cNvSpPr>
          <p:nvPr>
            <p:ph type="ftr" idx="32"/>
          </p:nvPr>
        </p:nvSpPr>
        <p:spPr>
          <a:xfrm>
            <a:off x="3686040" y="6459840"/>
            <a:ext cx="48225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4" name="PlaceHolder 6"/>
          <p:cNvSpPr>
            <a:spLocks noGrp="1"/>
          </p:cNvSpPr>
          <p:nvPr>
            <p:ph type="sldNum" idx="33"/>
          </p:nvPr>
        </p:nvSpPr>
        <p:spPr>
          <a:xfrm>
            <a:off x="9900360" y="6459840"/>
            <a:ext cx="1311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050" spc="-1" strike="noStrike">
                <a:solidFill>
                  <a:srgbClr val="ffffff"/>
                </a:solidFill>
                <a:latin typeface="Calibri"/>
              </a:defRPr>
            </a:lvl1pPr>
          </a:lstStyle>
          <a:p>
            <a:pPr indent="0" algn="r" defTabSz="914400">
              <a:lnSpc>
                <a:spcPct val="100000"/>
              </a:lnSpc>
              <a:buNone/>
            </a:pPr>
            <a:fld id="{E6E3FDCA-A34E-4AFF-8680-48D500FD9372}" type="slidenum">
              <a:rPr b="0" lang="en-US" sz="1050" spc="-1" strike="noStrike">
                <a:solidFill>
                  <a:srgbClr val="ffffff"/>
                </a:solidFill>
                <a:latin typeface="Calibri"/>
              </a:rPr>
              <a:t>&lt;number&gt;</a:t>
            </a:fld>
            <a:endParaRPr b="0" lang="en-US" sz="105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hyperlink" Target="https://ru.wikipedia.org/wiki/SCRUM" TargetMode="External"/><Relationship Id="rId2" Type="http://schemas.openxmlformats.org/officeDocument/2006/relationships/hyperlink" Target="https://ru.wikipedia.org/wiki/&#1050;&#1072;&#1085;&#1073;&#1072;&#1085;_(&#1088;&#1072;&#1079;&#1088;&#1072;&#1073;&#1086;&#1090;&#1082;&#1072;)" TargetMode="External"/><Relationship Id="rId3" Type="http://schemas.openxmlformats.org/officeDocument/2006/relationships/hyperlink" Target="https://ru.wikipedia.org/wiki/&#1041;&#1077;&#1088;&#1077;&#1078;&#1083;&#1080;&#1074;&#1072;&#1103;_&#1088;&#1072;&#1079;&#1088;&#1072;&#1073;&#1086;&#1090;&#1082;&#1072;_&#1087;&#1088;&#1086;&#1075;&#1088;&#1072;&#1084;&#1084;&#1085;&#1086;&#1075;&#1086;_&#1086;&#1073;&#1077;&#1089;&#1087;&#1077;&#1095;&#1077;&#1085;&#1080;&#1103;" TargetMode="External"/><Relationship Id="rId4" Type="http://schemas.openxmlformats.org/officeDocument/2006/relationships/image" Target="../media/image2.png"/><Relationship Id="rId5" Type="http://schemas.openxmlformats.org/officeDocument/2006/relationships/slideLayout" Target="../slideLayouts/slideLayout4.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hyperlink" Target="https://git-scm.com/" TargetMode="External"/><Relationship Id="rId3" Type="http://schemas.openxmlformats.org/officeDocument/2006/relationships/hyperlink" Target="https://subversion.apache.org/" TargetMode="External"/><Relationship Id="rId4" Type="http://schemas.openxmlformats.org/officeDocument/2006/relationships/hyperlink" Target="https://www.mercurial-scm.org/" TargetMode="External"/><Relationship Id="rId5" Type="http://schemas.openxmlformats.org/officeDocument/2006/relationships/hyperlink" Target="https://www.nongnu.org/cvs/" TargetMode="External"/><Relationship Id="rId6" Type="http://schemas.openxmlformats.org/officeDocument/2006/relationships/hyperlink" Target="https://www.atlassian.com/ru/software/jira" TargetMode="External"/><Relationship Id="rId7" Type="http://schemas.openxmlformats.org/officeDocument/2006/relationships/hyperlink" Target="https://www.ansible.com/" TargetMode="External"/><Relationship Id="rId8" Type="http://schemas.openxmlformats.org/officeDocument/2006/relationships/hyperlink" Target="https://puppet.com/" TargetMode="External"/><Relationship Id="rId9" Type="http://schemas.openxmlformats.org/officeDocument/2006/relationships/hyperlink" Target="https://www.chef.io/products/chef-infra" TargetMode="External"/><Relationship Id="rId10" Type="http://schemas.openxmlformats.org/officeDocument/2006/relationships/hyperlink" Target="https://www.vagrantup.com/" TargetMode="External"/><Relationship Id="rId11" Type="http://schemas.openxmlformats.org/officeDocument/2006/relationships/hyperlink" Target="https://prometheus.io/docs/introduction/overview/" TargetMode="External"/><Relationship Id="rId12" Type="http://schemas.openxmlformats.org/officeDocument/2006/relationships/hyperlink" Target="https://www.splunk.com/" TargetMode="External"/><Relationship Id="rId13" Type="http://schemas.openxmlformats.org/officeDocument/2006/relationships/hyperlink" Target="https://www.elastic.co/elastic-stack?ultron=B-Stack-Trials-EMEA-C-Exact&amp;gambit=Elasticsearch-ELK&amp;blade=adwords-s&amp;hulk=cpc&amp;Device=c&amp;thor=elk%20stack&amp;gclid=Cj0KCQiAvbiBBhD-ARIsAGM48bwTIRIKaubLR8xJNSwwr5R6Za7WG_iHQzFVQIkU6xxi1CW2B_BFj_caAqaDEALw_wcB" TargetMode="External"/><Relationship Id="rId14" Type="http://schemas.openxmlformats.org/officeDocument/2006/relationships/hyperlink" Target="https://www.nagios.org/" TargetMode="External"/><Relationship Id="rId15" Type="http://schemas.openxmlformats.org/officeDocument/2006/relationships/slideLayout" Target="../slideLayouts/slideLayout4.xml"/><Relationship Id="rId1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4.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4.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4.xml"/><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hyperlink" Target="https://katalon.com/resources-center/blog/ci-cd-tools" TargetMode="External"/><Relationship Id="rId2" Type="http://schemas.openxmlformats.org/officeDocument/2006/relationships/hyperlink" Target="https://katalon.com/resources-center/blog/ci-cd-introduction" TargetMode="External"/><Relationship Id="rId3" Type="http://schemas.openxmlformats.org/officeDocument/2006/relationships/hyperlink" Target="https://www.spiceworks.com/tech/devops/articles/cicd-vs-devops/" TargetMode="External"/><Relationship Id="rId4" Type="http://schemas.openxmlformats.org/officeDocument/2006/relationships/hyperlink" Target="https://cloud.yandex.ru/blog/posts/2022/10/ci-cd" TargetMode="External"/><Relationship Id="rId5" Type="http://schemas.openxmlformats.org/officeDocument/2006/relationships/hyperlink" Target="https://habr.com/ru/company/otus/blog/515078/" TargetMode="External"/><Relationship Id="rId6" Type="http://schemas.openxmlformats.org/officeDocument/2006/relationships/hyperlink" Target="https://mcs.mail.ru/blog/chto-takoe-metodologiya-devops" TargetMode="External"/><Relationship Id="rId7" Type="http://schemas.openxmlformats.org/officeDocument/2006/relationships/hyperlink" Target="https://proglib.io/p/osnovy-metodologii-devops-2021-02-20" TargetMode="External"/><Relationship Id="rId8" Type="http://schemas.openxmlformats.org/officeDocument/2006/relationships/hyperlink" Target="https://intuit.ru/studies/courses/3680/922/lecture/32689?page=1" TargetMode="External"/><Relationship Id="rId9" Type="http://schemas.openxmlformats.org/officeDocument/2006/relationships/slideLayout" Target="../slideLayouts/slideLayout4.xml"/><Relationship Id="rId10"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hyperlink" Target="https://www.gnu.org/software/rcs/" TargetMode="External"/><Relationship Id="rId2" Type="http://schemas.openxmlformats.org/officeDocument/2006/relationships/slideLayout" Target="../slideLayouts/slideLayout4.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hyperlink" Target="https://www.gnu.org/software/rcs/" TargetMode="External"/><Relationship Id="rId2" Type="http://schemas.openxmlformats.org/officeDocument/2006/relationships/image" Target="../media/image16.png"/><Relationship Id="rId3" Type="http://schemas.openxmlformats.org/officeDocument/2006/relationships/slideLayout" Target="../slideLayouts/slideLayout4.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hyperlink" Target="https://learngitbranching.js.org/" TargetMode="External"/><Relationship Id="rId2" Type="http://schemas.openxmlformats.org/officeDocument/2006/relationships/hyperlink" Target="https://learngitbranching.js.org/" TargetMode="External"/><Relationship Id="rId3" Type="http://schemas.openxmlformats.org/officeDocument/2006/relationships/hyperlink" Target="https://githowto.com/ru" TargetMode="External"/><Relationship Id="rId4" Type="http://schemas.openxmlformats.org/officeDocument/2006/relationships/hyperlink" Target="https://git-scm.com/book/ru/v2/" TargetMode="External"/><Relationship Id="rId5" Type="http://schemas.openxmlformats.org/officeDocument/2006/relationships/hyperlink" Target="https://www.udemy.com/course/git-expert-4-hours/" TargetMode="External"/><Relationship Id="rId6" Type="http://schemas.openxmlformats.org/officeDocument/2006/relationships/slideLayout" Target="../slideLayouts/slideLayout4.xml"/><Relationship Id="rId7"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hyperlink" Target="https://git-scm.com/downloads" TargetMode="External"/><Relationship Id="rId2" Type="http://schemas.openxmlformats.org/officeDocument/2006/relationships/hyperlink" Target="https://smartiqa.ru/courses/git/lesson-1" TargetMode="External"/><Relationship Id="rId3" Type="http://schemas.openxmlformats.org/officeDocument/2006/relationships/slideLayout" Target="../slideLayouts/slideLayout4.xml"/><Relationship Id="rId4"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4.xml"/><Relationship Id="rId4"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4.xml"/><Relationship Id="rId4"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9.xml"/><Relationship Id="rId4"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4.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4.xml"/><Relationship Id="rId4"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4.xml"/><Relationship Id="rId4"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9.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9.xml"/><Relationship Id="rId4"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9.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slideLayout" Target="../slideLayouts/slideLayout9.xml"/><Relationship Id="rId4"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hyperlink" Target="mailto:remote.origin.url=git@github.com:login/&#1088;&#1077;&#1087;&#1086;&#1079;&#1080;&#1090;&#1086;&#1088;&#1080;&#1081;" TargetMode="External"/><Relationship Id="rId2" Type="http://schemas.openxmlformats.org/officeDocument/2006/relationships/hyperlink" Target="mailto:remote.origin.url=git@github.com:login/&#1088;&#1077;&#1087;&#1086;&#1079;&#1080;&#1090;&#1086;&#1088;&#1080;&#1081;" TargetMode="External"/><Relationship Id="rId3" Type="http://schemas.openxmlformats.org/officeDocument/2006/relationships/hyperlink" Target="mailto:remote.origin.url=git@github.com:login/&#1088;&#1077;&#1087;&#1086;&#1079;&#1080;&#1090;&#1086;&#1088;&#1080;&#1081;" TargetMode="External"/><Relationship Id="rId4" Type="http://schemas.openxmlformats.org/officeDocument/2006/relationships/hyperlink" Target="mailto:remote.origin.url=git@github.com:login/&#1088;&#1077;&#1087;&#1086;&#1079;&#1080;&#1090;&#1086;&#1088;&#1080;&#1081;" TargetMode="External"/><Relationship Id="rId5" Type="http://schemas.openxmlformats.org/officeDocument/2006/relationships/hyperlink" Target="mailto:remote.origin.url=git@github.com:login/&#1088;&#1077;&#1087;&#1086;&#1079;&#1080;&#1090;&#1086;&#1088;&#1080;&#1081;" TargetMode="External"/><Relationship Id="rId6" Type="http://schemas.openxmlformats.org/officeDocument/2006/relationships/slideLayout" Target="../slideLayouts/slideLayout4.xml"/><Relationship Id="rId7"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slideLayout" Target="../slideLayouts/slideLayout9.xml"/><Relationship Id="rId4"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9.xml"/><Relationship Id="rId3"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slideLayout" Target="../slideLayouts/slideLayout4.xml"/><Relationship Id="rId4"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4.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slideLayout" Target="../slideLayouts/slideLayout4.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9.xml"/><Relationship Id="rId3"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slideLayout" Target="../slideLayouts/slideLayout9.xml"/><Relationship Id="rId5"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4.xml"/><Relationship Id="rId3"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4.xml"/><Relationship Id="rId3"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4.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4.xml"/><Relationship Id="rId3"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4.xml"/><Relationship Id="rId3"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4.xml"/><Relationship Id="rId3"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3.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4.xml"/><Relationship Id="rId3"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1097280" y="758880"/>
            <a:ext cx="10058040" cy="3565800"/>
          </a:xfrm>
          <a:prstGeom prst="rect">
            <a:avLst/>
          </a:prstGeom>
          <a:noFill/>
          <a:ln w="0">
            <a:noFill/>
          </a:ln>
        </p:spPr>
        <p:txBody>
          <a:bodyPr lIns="91440" rIns="91440" tIns="45720" bIns="45720" anchor="b">
            <a:noAutofit/>
          </a:bodyPr>
          <a:p>
            <a:pPr indent="0" defTabSz="914400">
              <a:lnSpc>
                <a:spcPct val="85000"/>
              </a:lnSpc>
              <a:buNone/>
            </a:pPr>
            <a:r>
              <a:rPr b="0" lang="ru-RU" sz="8000" spc="-52" strike="noStrike">
                <a:solidFill>
                  <a:schemeClr val="dk1">
                    <a:lumMod val="85000"/>
                    <a:lumOff val="15000"/>
                  </a:schemeClr>
                </a:solidFill>
                <a:latin typeface="Calibri Light"/>
              </a:rPr>
              <a:t>Избранные главы информатики</a:t>
            </a:r>
            <a:endParaRPr b="0" lang="en-US" sz="8000" spc="-1" strike="noStrike">
              <a:solidFill>
                <a:schemeClr val="dk1"/>
              </a:solidFill>
              <a:latin typeface="Calibri"/>
            </a:endParaRPr>
          </a:p>
        </p:txBody>
      </p:sp>
      <p:sp>
        <p:nvSpPr>
          <p:cNvPr id="122" name="PlaceHolder 2"/>
          <p:cNvSpPr>
            <a:spLocks noGrp="1"/>
          </p:cNvSpPr>
          <p:nvPr>
            <p:ph type="subTitle"/>
          </p:nvPr>
        </p:nvSpPr>
        <p:spPr>
          <a:xfrm>
            <a:off x="1100160" y="4455720"/>
            <a:ext cx="10058040" cy="1142640"/>
          </a:xfrm>
          <a:prstGeom prst="rect">
            <a:avLst/>
          </a:prstGeom>
          <a:noFill/>
          <a:ln w="0">
            <a:noFill/>
          </a:ln>
        </p:spPr>
        <p:txBody>
          <a:bodyPr lIns="91440" rIns="91440" tIns="45720" bIns="45720" anchor="t">
            <a:noAutofit/>
          </a:bodyPr>
          <a:p>
            <a:pPr indent="0" defTabSz="914400">
              <a:lnSpc>
                <a:spcPct val="90000"/>
              </a:lnSpc>
              <a:spcBef>
                <a:spcPts val="1199"/>
              </a:spcBef>
              <a:spcAft>
                <a:spcPts val="201"/>
              </a:spcAft>
              <a:buNone/>
              <a:tabLst>
                <a:tab algn="l" pos="0"/>
              </a:tabLst>
            </a:pPr>
            <a:r>
              <a:rPr b="0" lang="ru-RU" sz="2400" spc="199" strike="noStrike" cap="all">
                <a:solidFill>
                  <a:schemeClr val="dk2"/>
                </a:solidFill>
                <a:latin typeface="Calibri Light"/>
              </a:rPr>
              <a:t>Лекция</a:t>
            </a:r>
            <a:r>
              <a:rPr b="0" lang="en-US" sz="2400" spc="199" strike="noStrike" cap="all">
                <a:solidFill>
                  <a:schemeClr val="dk2"/>
                </a:solidFill>
                <a:latin typeface="Calibri Light"/>
              </a:rPr>
              <a:t> 1</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lumMod val="75000"/>
                    <a:lumOff val="25000"/>
                  </a:schemeClr>
                </a:solidFill>
                <a:latin typeface="Calibri Light"/>
              </a:rPr>
              <a:t>Основы CI/CD</a:t>
            </a:r>
            <a:r>
              <a:rPr b="0" lang="en-US" sz="4800" spc="-52" strike="noStrike">
                <a:solidFill>
                  <a:schemeClr val="dk1">
                    <a:lumMod val="75000"/>
                    <a:lumOff val="25000"/>
                  </a:schemeClr>
                </a:solidFill>
                <a:latin typeface="Calibri Light"/>
              </a:rPr>
              <a:t>, Git</a:t>
            </a:r>
            <a:endParaRPr b="0" lang="en-US" sz="4800" spc="-1" strike="noStrike">
              <a:solidFill>
                <a:schemeClr val="dk1"/>
              </a:solidFill>
              <a:latin typeface="Calibri"/>
            </a:endParaRPr>
          </a:p>
        </p:txBody>
      </p:sp>
      <p:sp>
        <p:nvSpPr>
          <p:cNvPr id="124" name="PlaceHolder 2"/>
          <p:cNvSpPr>
            <a:spLocks noGrp="1"/>
          </p:cNvSpPr>
          <p:nvPr>
            <p:ph/>
          </p:nvPr>
        </p:nvSpPr>
        <p:spPr>
          <a:xfrm>
            <a:off x="1097280" y="2493360"/>
            <a:ext cx="10058040" cy="3260160"/>
          </a:xfrm>
          <a:prstGeom prst="rect">
            <a:avLst/>
          </a:prstGeom>
          <a:noFill/>
          <a:ln w="0">
            <a:noFill/>
          </a:ln>
        </p:spPr>
        <p:txBody>
          <a:bodyPr lIns="0" rIns="0" tIns="45720" bIns="45720" anchor="t">
            <a:normAutofit/>
          </a:bodyPr>
          <a:p>
            <a:pPr marL="514440" indent="-514440" defTabSz="914400">
              <a:lnSpc>
                <a:spcPct val="90000"/>
              </a:lnSpc>
              <a:spcBef>
                <a:spcPts val="1199"/>
              </a:spcBef>
              <a:spcAft>
                <a:spcPts val="201"/>
              </a:spcAft>
              <a:buClr>
                <a:srgbClr val="000000"/>
              </a:buClr>
              <a:buFont typeface="Calibri Light"/>
              <a:buAutoNum type="arabicPeriod"/>
            </a:pPr>
            <a:r>
              <a:rPr b="0" lang="ru-RU" sz="3600" spc="-1" strike="noStrike">
                <a:solidFill>
                  <a:schemeClr val="dk1"/>
                </a:solidFill>
                <a:latin typeface="Calibri"/>
              </a:rPr>
              <a:t>Основы CI/CD </a:t>
            </a:r>
            <a:endParaRPr b="0" lang="en-US" sz="36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000000"/>
              </a:buClr>
              <a:buFont typeface="Calibri Light"/>
              <a:buAutoNum type="arabicPeriod"/>
            </a:pPr>
            <a:r>
              <a:rPr b="0" lang="en-US" sz="3600" spc="-1" strike="noStrike">
                <a:solidFill>
                  <a:schemeClr val="dk1"/>
                </a:solidFill>
                <a:latin typeface="Calibri"/>
              </a:rPr>
              <a:t>G</a:t>
            </a:r>
            <a:r>
              <a:rPr b="0" lang="ru-RU" sz="3600" spc="-1" strike="noStrike">
                <a:solidFill>
                  <a:schemeClr val="dk1"/>
                </a:solidFill>
                <a:latin typeface="Calibri"/>
              </a:rPr>
              <a:t>it и системы контроля версий</a:t>
            </a:r>
            <a:endParaRPr b="0" lang="en-US" sz="36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lumMod val="75000"/>
                    <a:lumOff val="25000"/>
                  </a:schemeClr>
                </a:solidFill>
                <a:latin typeface="Calibri Light"/>
              </a:rPr>
              <a:t>Waterfall</a:t>
            </a:r>
            <a:endParaRPr b="0" lang="en-US" sz="4800" spc="-1" strike="noStrike">
              <a:solidFill>
                <a:schemeClr val="dk1"/>
              </a:solidFill>
              <a:latin typeface="Calibri"/>
            </a:endParaRPr>
          </a:p>
        </p:txBody>
      </p:sp>
      <p:pic>
        <p:nvPicPr>
          <p:cNvPr id="126" name="Объект 3" descr="Вырезка экрана"/>
          <p:cNvPicPr/>
          <p:nvPr/>
        </p:nvPicPr>
        <p:blipFill>
          <a:blip r:embed="rId1"/>
          <a:stretch/>
        </p:blipFill>
        <p:spPr>
          <a:xfrm>
            <a:off x="1744200" y="1890360"/>
            <a:ext cx="9075960" cy="4690800"/>
          </a:xfrm>
          <a:prstGeom prst="rect">
            <a:avLst/>
          </a:prstGeom>
          <a:ln w="0">
            <a:noFill/>
          </a:ln>
        </p:spPr>
      </p:pic>
      <p:sp>
        <p:nvSpPr>
          <p:cNvPr id="127" name="Прямоугольник 4"/>
          <p:cNvSpPr/>
          <p:nvPr/>
        </p:nvSpPr>
        <p:spPr>
          <a:xfrm>
            <a:off x="204120" y="5873400"/>
            <a:ext cx="6962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ru-RU" sz="1800" spc="-1" strike="noStrike">
                <a:solidFill>
                  <a:schemeClr val="dk1"/>
                </a:solidFill>
                <a:latin typeface="Calibri"/>
              </a:rPr>
              <a:t>1970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1104840" y="286560"/>
            <a:ext cx="11086920" cy="1450440"/>
          </a:xfrm>
          <a:prstGeom prst="rect">
            <a:avLst/>
          </a:prstGeom>
          <a:noFill/>
          <a:ln w="0">
            <a:noFill/>
          </a:ln>
        </p:spPr>
        <p:txBody>
          <a:bodyPr lIns="91440" rIns="91440" tIns="45720" bIns="45720" anchor="b">
            <a:normAutofit/>
          </a:bodyPr>
          <a:p>
            <a:pPr indent="0" defTabSz="914400">
              <a:lnSpc>
                <a:spcPct val="85000"/>
              </a:lnSpc>
              <a:buNone/>
            </a:pPr>
            <a:r>
              <a:rPr b="0" lang="en-US" sz="4800" spc="-52" strike="noStrike">
                <a:solidFill>
                  <a:schemeClr val="dk1">
                    <a:lumMod val="75000"/>
                    <a:lumOff val="25000"/>
                  </a:schemeClr>
                </a:solidFill>
                <a:latin typeface="Calibri Light"/>
              </a:rPr>
              <a:t>Agile ( </a:t>
            </a:r>
            <a:r>
              <a:rPr b="0" lang="en-US" sz="4800" spc="-52" strike="noStrike" u="sng">
                <a:solidFill>
                  <a:schemeClr val="dk1">
                    <a:lumMod val="75000"/>
                    <a:lumOff val="25000"/>
                  </a:schemeClr>
                </a:solidFill>
                <a:uFillTx/>
                <a:latin typeface="Calibri Light"/>
                <a:hlinkClick r:id="rId1"/>
              </a:rPr>
              <a:t>SCRUM</a:t>
            </a:r>
            <a:r>
              <a:rPr b="0" lang="en-US" sz="4800" spc="-52" strike="noStrike">
                <a:solidFill>
                  <a:schemeClr val="dk1">
                    <a:lumMod val="75000"/>
                    <a:lumOff val="25000"/>
                  </a:schemeClr>
                </a:solidFill>
                <a:latin typeface="Calibri Light"/>
              </a:rPr>
              <a:t>, </a:t>
            </a:r>
            <a:r>
              <a:rPr b="0" lang="en-US" sz="4800" spc="-52" strike="noStrike" u="sng">
                <a:solidFill>
                  <a:schemeClr val="dk1">
                    <a:lumMod val="75000"/>
                    <a:lumOff val="25000"/>
                  </a:schemeClr>
                </a:solidFill>
                <a:uFillTx/>
                <a:latin typeface="Calibri Light"/>
                <a:hlinkClick r:id="rId2"/>
              </a:rPr>
              <a:t>Kanban</a:t>
            </a:r>
            <a:r>
              <a:rPr b="0" lang="en-US" sz="4800" spc="-52" strike="noStrike">
                <a:solidFill>
                  <a:schemeClr val="dk1">
                    <a:lumMod val="75000"/>
                    <a:lumOff val="25000"/>
                  </a:schemeClr>
                </a:solidFill>
                <a:latin typeface="Calibri Light"/>
              </a:rPr>
              <a:t>, </a:t>
            </a:r>
            <a:r>
              <a:rPr b="0" lang="en-US" sz="4800" spc="-52" strike="noStrike" u="sng">
                <a:solidFill>
                  <a:schemeClr val="dk1">
                    <a:lumMod val="75000"/>
                    <a:lumOff val="25000"/>
                  </a:schemeClr>
                </a:solidFill>
                <a:uFillTx/>
                <a:latin typeface="Calibri Light"/>
                <a:hlinkClick r:id="rId3"/>
              </a:rPr>
              <a:t>Lean</a:t>
            </a:r>
            <a:r>
              <a:rPr b="0" lang="en-US" sz="4800" spc="-52" strike="noStrike">
                <a:solidFill>
                  <a:schemeClr val="dk1">
                    <a:lumMod val="75000"/>
                    <a:lumOff val="25000"/>
                  </a:schemeClr>
                </a:solidFill>
                <a:latin typeface="Calibri Light"/>
              </a:rPr>
              <a:t>…)</a:t>
            </a:r>
            <a:endParaRPr b="0" lang="en-US" sz="4800" spc="-1" strike="noStrike">
              <a:solidFill>
                <a:schemeClr val="dk1"/>
              </a:solidFill>
              <a:latin typeface="Calibri"/>
            </a:endParaRPr>
          </a:p>
        </p:txBody>
      </p:sp>
      <p:pic>
        <p:nvPicPr>
          <p:cNvPr id="129" name="Объект 4" descr="Вырезка экрана"/>
          <p:cNvPicPr/>
          <p:nvPr/>
        </p:nvPicPr>
        <p:blipFill>
          <a:blip r:embed="rId4"/>
          <a:stretch/>
        </p:blipFill>
        <p:spPr>
          <a:xfrm>
            <a:off x="652680" y="1748160"/>
            <a:ext cx="11485440" cy="3428640"/>
          </a:xfrm>
          <a:prstGeom prst="rect">
            <a:avLst/>
          </a:prstGeom>
          <a:ln w="0">
            <a:noFill/>
          </a:ln>
        </p:spPr>
      </p:pic>
      <p:sp>
        <p:nvSpPr>
          <p:cNvPr id="130" name="Прямоугольник 3"/>
          <p:cNvSpPr/>
          <p:nvPr/>
        </p:nvSpPr>
        <p:spPr>
          <a:xfrm>
            <a:off x="3960" y="5916240"/>
            <a:ext cx="6444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ru-RU" sz="1800" spc="-1" strike="noStrike">
                <a:solidFill>
                  <a:schemeClr val="dk1"/>
                </a:solidFill>
                <a:latin typeface="Calibri"/>
              </a:rPr>
              <a:t>2001</a:t>
            </a:r>
            <a:endParaRPr b="0" lang="en-US" sz="1800" spc="-1" strike="noStrike">
              <a:solidFill>
                <a:srgbClr val="000000"/>
              </a:solidFill>
              <a:latin typeface="Arial"/>
            </a:endParaRPr>
          </a:p>
        </p:txBody>
      </p:sp>
      <p:sp>
        <p:nvSpPr>
          <p:cNvPr id="131" name="TextBox 5"/>
          <p:cNvSpPr/>
          <p:nvPr/>
        </p:nvSpPr>
        <p:spPr>
          <a:xfrm>
            <a:off x="4829040" y="4948920"/>
            <a:ext cx="7157520" cy="1461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ru-RU" sz="1800" spc="-1" strike="noStrike">
                <a:solidFill>
                  <a:schemeClr val="dk1"/>
                </a:solidFill>
                <a:latin typeface="Calibri"/>
              </a:rPr>
              <a:t>Четыре ценности Agile:</a:t>
            </a:r>
            <a:endParaRPr b="0" lang="en-US" sz="1800" spc="-1" strike="noStrike">
              <a:solidFill>
                <a:srgbClr val="000000"/>
              </a:solidFill>
              <a:latin typeface="Arial"/>
            </a:endParaRPr>
          </a:p>
          <a:p>
            <a:pPr defTabSz="914400">
              <a:lnSpc>
                <a:spcPct val="100000"/>
              </a:lnSpc>
            </a:pPr>
            <a:r>
              <a:rPr b="0" lang="ru-RU" sz="1800" spc="-1" strike="noStrike">
                <a:solidFill>
                  <a:schemeClr val="dk1"/>
                </a:solidFill>
                <a:latin typeface="Calibri"/>
              </a:rPr>
              <a:t>Люди и взаимодействие важнее процессов и инструментов.</a:t>
            </a:r>
            <a:endParaRPr b="0" lang="en-US" sz="1800" spc="-1" strike="noStrike">
              <a:solidFill>
                <a:srgbClr val="000000"/>
              </a:solidFill>
              <a:latin typeface="Arial"/>
            </a:endParaRPr>
          </a:p>
          <a:p>
            <a:pPr defTabSz="914400">
              <a:lnSpc>
                <a:spcPct val="100000"/>
              </a:lnSpc>
            </a:pPr>
            <a:r>
              <a:rPr b="0" lang="ru-RU" sz="1800" spc="-1" strike="noStrike">
                <a:solidFill>
                  <a:schemeClr val="dk1"/>
                </a:solidFill>
                <a:latin typeface="Calibri"/>
              </a:rPr>
              <a:t>Работающий продукт важнее исчерпывающей документации.</a:t>
            </a:r>
            <a:endParaRPr b="0" lang="en-US" sz="1800" spc="-1" strike="noStrike">
              <a:solidFill>
                <a:srgbClr val="000000"/>
              </a:solidFill>
              <a:latin typeface="Arial"/>
            </a:endParaRPr>
          </a:p>
          <a:p>
            <a:pPr defTabSz="914400">
              <a:lnSpc>
                <a:spcPct val="100000"/>
              </a:lnSpc>
            </a:pPr>
            <a:r>
              <a:rPr b="0" lang="ru-RU" sz="1800" spc="-1" strike="noStrike">
                <a:solidFill>
                  <a:schemeClr val="dk1"/>
                </a:solidFill>
                <a:latin typeface="Calibri"/>
              </a:rPr>
              <a:t>Сотрудничество с заказчиком важнее согласования условий контракта.</a:t>
            </a:r>
            <a:endParaRPr b="0" lang="en-US" sz="1800" spc="-1" strike="noStrike">
              <a:solidFill>
                <a:srgbClr val="000000"/>
              </a:solidFill>
              <a:latin typeface="Arial"/>
            </a:endParaRPr>
          </a:p>
          <a:p>
            <a:pPr defTabSz="914400">
              <a:lnSpc>
                <a:spcPct val="100000"/>
              </a:lnSpc>
            </a:pPr>
            <a:r>
              <a:rPr b="0" lang="ru-RU" sz="1800" spc="-1" strike="noStrike">
                <a:solidFill>
                  <a:schemeClr val="dk1"/>
                </a:solidFill>
                <a:latin typeface="Calibri"/>
              </a:rPr>
              <a:t>Готовность к изменениям важнее следования первоначальному плану. </a:t>
            </a:r>
            <a:endParaRPr b="0" lang="en-US" sz="1800" spc="-1" strike="noStrike">
              <a:solidFill>
                <a:srgbClr val="000000"/>
              </a:solidFill>
              <a:latin typeface="Arial"/>
            </a:endParaRPr>
          </a:p>
        </p:txBody>
      </p:sp>
      <p:sp>
        <p:nvSpPr>
          <p:cNvPr id="132" name="TextBox 7"/>
          <p:cNvSpPr/>
          <p:nvPr/>
        </p:nvSpPr>
        <p:spPr>
          <a:xfrm>
            <a:off x="204840" y="6285600"/>
            <a:ext cx="589068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a:solidFill>
                  <a:srgbClr val="333333"/>
                </a:solidFill>
                <a:latin typeface="-apple-system"/>
              </a:rPr>
              <a:t>Developers</a:t>
            </a:r>
            <a:r>
              <a:rPr b="0" lang="ru-RU" sz="1800" spc="-1" strike="noStrike">
                <a:solidFill>
                  <a:srgbClr val="333333"/>
                </a:solidFill>
                <a:latin typeface="-apple-system"/>
              </a:rPr>
              <a:t>, </a:t>
            </a:r>
            <a:r>
              <a:rPr b="0" lang="en-US" sz="1800" spc="-1" strike="noStrike">
                <a:solidFill>
                  <a:schemeClr val="dk1"/>
                </a:solidFill>
                <a:latin typeface="Calibri"/>
              </a:rPr>
              <a:t>Product owner</a:t>
            </a:r>
            <a:r>
              <a:rPr b="0" lang="ru-RU" sz="1800" spc="-1" strike="noStrike">
                <a:solidFill>
                  <a:schemeClr val="dk1"/>
                </a:solidFill>
                <a:latin typeface="Calibri"/>
              </a:rPr>
              <a:t>(</a:t>
            </a:r>
            <a:r>
              <a:rPr b="0" lang="en-US" sz="1800" spc="-1" strike="noStrike">
                <a:solidFill>
                  <a:schemeClr val="dk1"/>
                </a:solidFill>
                <a:latin typeface="Calibri"/>
              </a:rPr>
              <a:t>Product Backlog</a:t>
            </a:r>
            <a:r>
              <a:rPr b="0" lang="ru-RU" sz="1800" spc="-1" strike="noStrike">
                <a:solidFill>
                  <a:schemeClr val="dk1"/>
                </a:solidFill>
                <a:latin typeface="Calibri"/>
              </a:rPr>
              <a:t>), </a:t>
            </a:r>
            <a:r>
              <a:rPr b="0" lang="en-US" sz="1800" spc="-1" strike="noStrike">
                <a:solidFill>
                  <a:schemeClr val="dk1"/>
                </a:solidFill>
                <a:latin typeface="Calibri"/>
              </a:rPr>
              <a:t>Scrum master </a:t>
            </a:r>
            <a:endParaRPr b="0" lang="en-US" sz="1800" spc="-1" strike="noStrike">
              <a:solidFill>
                <a:srgbClr val="000000"/>
              </a:solidFill>
              <a:latin typeface="Arial"/>
            </a:endParaRPr>
          </a:p>
        </p:txBody>
      </p:sp>
      <p:sp>
        <p:nvSpPr>
          <p:cNvPr id="133" name="TextBox 10"/>
          <p:cNvSpPr/>
          <p:nvPr/>
        </p:nvSpPr>
        <p:spPr>
          <a:xfrm>
            <a:off x="0" y="6499800"/>
            <a:ext cx="632556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a:solidFill>
                  <a:schemeClr val="dk1"/>
                </a:solidFill>
                <a:latin typeface="Calibri"/>
              </a:rPr>
              <a:t>Sprint Planning</a:t>
            </a:r>
            <a:r>
              <a:rPr b="0" lang="ru-RU" sz="1800" spc="-1" strike="noStrike">
                <a:solidFill>
                  <a:schemeClr val="dk1"/>
                </a:solidFill>
                <a:latin typeface="Calibri"/>
              </a:rPr>
              <a:t>, </a:t>
            </a:r>
            <a:r>
              <a:rPr b="0" lang="en-US" sz="1800" spc="-1" strike="noStrike">
                <a:solidFill>
                  <a:schemeClr val="dk1"/>
                </a:solidFill>
                <a:latin typeface="Calibri"/>
              </a:rPr>
              <a:t>Daily Scrum</a:t>
            </a:r>
            <a:r>
              <a:rPr b="0" lang="ru-RU" sz="1800" spc="-1" strike="noStrike">
                <a:solidFill>
                  <a:schemeClr val="dk1"/>
                </a:solidFill>
                <a:latin typeface="Calibri"/>
              </a:rPr>
              <a:t>, </a:t>
            </a:r>
            <a:r>
              <a:rPr b="0" lang="en-US" sz="1800" spc="-1" strike="noStrike">
                <a:solidFill>
                  <a:schemeClr val="dk1"/>
                </a:solidFill>
                <a:latin typeface="Calibri"/>
              </a:rPr>
              <a:t>Sprint Review</a:t>
            </a:r>
            <a:r>
              <a:rPr b="0" lang="ru-RU" sz="1800" spc="-1" strike="noStrike">
                <a:solidFill>
                  <a:schemeClr val="dk1"/>
                </a:solidFill>
                <a:latin typeface="Calibri"/>
              </a:rPr>
              <a:t>, </a:t>
            </a:r>
            <a:r>
              <a:rPr b="0" lang="en-US" sz="1800" spc="-1" strike="noStrike">
                <a:solidFill>
                  <a:schemeClr val="dk1"/>
                </a:solidFill>
                <a:latin typeface="Calibri"/>
              </a:rPr>
              <a:t>Sprint Retrospective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1104840" y="449640"/>
            <a:ext cx="5381280" cy="1450440"/>
          </a:xfrm>
          <a:prstGeom prst="rect">
            <a:avLst/>
          </a:prstGeom>
          <a:noFill/>
          <a:ln w="0">
            <a:noFill/>
          </a:ln>
        </p:spPr>
        <p:txBody>
          <a:bodyPr lIns="91440" rIns="91440" tIns="45720" bIns="45720" anchor="b">
            <a:normAutofit/>
          </a:bodyPr>
          <a:p>
            <a:pPr indent="0" defTabSz="914400">
              <a:lnSpc>
                <a:spcPct val="85000"/>
              </a:lnSpc>
              <a:buNone/>
            </a:pPr>
            <a:r>
              <a:rPr b="0" lang="en-US" sz="4800" spc="-52" strike="noStrike">
                <a:solidFill>
                  <a:schemeClr val="dk1">
                    <a:lumMod val="75000"/>
                    <a:lumOff val="25000"/>
                  </a:schemeClr>
                </a:solidFill>
                <a:latin typeface="Calibri Light"/>
              </a:rPr>
              <a:t>DevOps </a:t>
            </a:r>
            <a:br>
              <a:rPr sz="4800"/>
            </a:br>
            <a:r>
              <a:rPr b="0" lang="ru-RU" sz="4800" spc="-52" strike="noStrike">
                <a:solidFill>
                  <a:schemeClr val="dk1">
                    <a:lumMod val="75000"/>
                    <a:lumOff val="25000"/>
                  </a:schemeClr>
                </a:solidFill>
                <a:latin typeface="Calibri Light"/>
              </a:rPr>
              <a:t>модель </a:t>
            </a:r>
            <a:r>
              <a:rPr b="0" lang="en-US" sz="4800" spc="-52" strike="noStrike">
                <a:solidFill>
                  <a:schemeClr val="dk1">
                    <a:lumMod val="75000"/>
                    <a:lumOff val="25000"/>
                  </a:schemeClr>
                </a:solidFill>
                <a:latin typeface="Calibri Light"/>
              </a:rPr>
              <a:t>CAMS</a:t>
            </a:r>
            <a:endParaRPr b="0" lang="en-US" sz="4800" spc="-1" strike="noStrike">
              <a:solidFill>
                <a:schemeClr val="dk1"/>
              </a:solidFill>
              <a:latin typeface="Calibri"/>
            </a:endParaRPr>
          </a:p>
        </p:txBody>
      </p:sp>
      <p:pic>
        <p:nvPicPr>
          <p:cNvPr id="135" name="Объект 3" descr="Вырезка экрана"/>
          <p:cNvPicPr/>
          <p:nvPr/>
        </p:nvPicPr>
        <p:blipFill>
          <a:blip r:embed="rId1"/>
          <a:stretch/>
        </p:blipFill>
        <p:spPr>
          <a:xfrm>
            <a:off x="0" y="1737360"/>
            <a:ext cx="7797960" cy="4586760"/>
          </a:xfrm>
          <a:prstGeom prst="rect">
            <a:avLst/>
          </a:prstGeom>
          <a:ln w="0">
            <a:noFill/>
          </a:ln>
        </p:spPr>
      </p:pic>
      <p:sp>
        <p:nvSpPr>
          <p:cNvPr id="136" name="Прямоугольник 5"/>
          <p:cNvSpPr/>
          <p:nvPr/>
        </p:nvSpPr>
        <p:spPr>
          <a:xfrm>
            <a:off x="8091360" y="1900440"/>
            <a:ext cx="3885840" cy="26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2800" spc="-1" strike="noStrike">
                <a:solidFill>
                  <a:schemeClr val="dk1"/>
                </a:solidFill>
                <a:latin typeface="Roboto"/>
              </a:rPr>
              <a:t>DevOps и Agile могут дополнять друг друга и применяться в тандеме</a:t>
            </a:r>
            <a:r>
              <a:rPr b="0" lang="en-US" sz="2800" spc="-1" strike="noStrike">
                <a:solidFill>
                  <a:schemeClr val="dk1"/>
                </a:solidFill>
                <a:latin typeface="Roboto"/>
              </a:rPr>
              <a:t> </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p:txBody>
      </p:sp>
      <p:sp>
        <p:nvSpPr>
          <p:cNvPr id="137" name="Прямоугольник 4"/>
          <p:cNvSpPr/>
          <p:nvPr/>
        </p:nvSpPr>
        <p:spPr>
          <a:xfrm>
            <a:off x="3960" y="5930280"/>
            <a:ext cx="6444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ru-RU" sz="1800" spc="-1" strike="noStrike">
                <a:solidFill>
                  <a:schemeClr val="dk1"/>
                </a:solidFill>
                <a:latin typeface="Calibri"/>
              </a:rPr>
              <a:t>2010</a:t>
            </a:r>
            <a:endParaRPr b="0" lang="en-US" sz="1800" spc="-1" strike="noStrike">
              <a:solidFill>
                <a:srgbClr val="000000"/>
              </a:solidFill>
              <a:latin typeface="Arial"/>
            </a:endParaRPr>
          </a:p>
        </p:txBody>
      </p:sp>
      <p:sp>
        <p:nvSpPr>
          <p:cNvPr id="138" name="Прямоугольник 6"/>
          <p:cNvSpPr/>
          <p:nvPr/>
        </p:nvSpPr>
        <p:spPr>
          <a:xfrm>
            <a:off x="7911720" y="3901680"/>
            <a:ext cx="4054680" cy="1186920"/>
          </a:xfrm>
          <a:prstGeom prst="rect">
            <a:avLst/>
          </a:prstGeom>
          <a:noFill/>
          <a:ln w="0">
            <a:noFill/>
          </a:ln>
        </p:spPr>
        <p:style>
          <a:lnRef idx="0"/>
          <a:fillRef idx="0"/>
          <a:effectRef idx="0"/>
          <a:fontRef idx="minor"/>
        </p:style>
        <p:txBody>
          <a:bodyPr wrap="none" lIns="90000" rIns="90000" tIns="45000" bIns="45000" anchor="t">
            <a:spAutoFit/>
          </a:bodyPr>
          <a:p>
            <a:pPr indent="-216000" defTabSz="914400">
              <a:lnSpc>
                <a:spcPct val="100000"/>
              </a:lnSpc>
              <a:buClr>
                <a:srgbClr val="000000"/>
              </a:buClr>
              <a:buFont typeface="Arial"/>
              <a:buChar char="•"/>
            </a:pPr>
            <a:r>
              <a:rPr b="0" lang="ru-RU" sz="1800" spc="-1" strike="noStrike">
                <a:solidFill>
                  <a:schemeClr val="dk1"/>
                </a:solidFill>
                <a:latin typeface="Calibri"/>
              </a:rPr>
              <a:t>Регулярное сотрудничество и общение</a:t>
            </a:r>
            <a:endParaRPr b="0" lang="en-US" sz="1800" spc="-1" strike="noStrike">
              <a:solidFill>
                <a:srgbClr val="000000"/>
              </a:solidFill>
              <a:latin typeface="Arial"/>
            </a:endParaRPr>
          </a:p>
          <a:p>
            <a:pPr indent="-216000" defTabSz="914400">
              <a:lnSpc>
                <a:spcPct val="100000"/>
              </a:lnSpc>
              <a:buClr>
                <a:srgbClr val="000000"/>
              </a:buClr>
              <a:buFont typeface="Arial"/>
              <a:buChar char="•"/>
            </a:pPr>
            <a:r>
              <a:rPr b="0" lang="ru-RU" sz="1800" spc="-1" strike="noStrike">
                <a:solidFill>
                  <a:schemeClr val="dk1"/>
                </a:solidFill>
                <a:latin typeface="Calibri"/>
              </a:rPr>
              <a:t>Постепенное развертывание</a:t>
            </a:r>
            <a:endParaRPr b="0" lang="en-US" sz="1800" spc="-1" strike="noStrike">
              <a:solidFill>
                <a:srgbClr val="000000"/>
              </a:solidFill>
              <a:latin typeface="Arial"/>
            </a:endParaRPr>
          </a:p>
          <a:p>
            <a:pPr indent="-216000" defTabSz="914400">
              <a:lnSpc>
                <a:spcPct val="100000"/>
              </a:lnSpc>
              <a:buClr>
                <a:srgbClr val="000000"/>
              </a:buClr>
              <a:buFont typeface="Arial"/>
              <a:buChar char="•"/>
            </a:pPr>
            <a:r>
              <a:rPr b="0" lang="ru-RU" sz="1800" spc="-1" strike="noStrike">
                <a:solidFill>
                  <a:schemeClr val="dk1"/>
                </a:solidFill>
                <a:latin typeface="Calibri"/>
              </a:rPr>
              <a:t>Общая ответственность</a:t>
            </a:r>
            <a:endParaRPr b="0" lang="en-US" sz="1800" spc="-1" strike="noStrike">
              <a:solidFill>
                <a:srgbClr val="000000"/>
              </a:solidFill>
              <a:latin typeface="Arial"/>
            </a:endParaRPr>
          </a:p>
          <a:p>
            <a:pPr indent="-216000" defTabSz="914400">
              <a:lnSpc>
                <a:spcPct val="100000"/>
              </a:lnSpc>
              <a:buClr>
                <a:srgbClr val="000000"/>
              </a:buClr>
              <a:buFont typeface="Arial"/>
              <a:buChar char="•"/>
            </a:pPr>
            <a:r>
              <a:rPr b="0" lang="ru-RU" sz="1800" spc="-1" strike="noStrike">
                <a:solidFill>
                  <a:schemeClr val="dk1"/>
                </a:solidFill>
                <a:latin typeface="Calibri"/>
              </a:rPr>
              <a:t>Решение проблем на ранних этапах</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776160" y="542880"/>
            <a:ext cx="7152840" cy="765360"/>
          </a:xfrm>
          <a:prstGeom prst="rect">
            <a:avLst/>
          </a:prstGeom>
          <a:noFill/>
          <a:ln w="0">
            <a:noFill/>
          </a:ln>
        </p:spPr>
        <p:txBody>
          <a:bodyPr lIns="91440" rIns="91440" tIns="45720" bIns="45720" anchor="b">
            <a:normAutofit fontScale="91893"/>
          </a:bodyPr>
          <a:p>
            <a:pPr indent="0" defTabSz="914400">
              <a:lnSpc>
                <a:spcPct val="85000"/>
              </a:lnSpc>
              <a:buNone/>
            </a:pPr>
            <a:r>
              <a:rPr b="0" lang="ru-RU" sz="4800" spc="-52" strike="noStrike">
                <a:solidFill>
                  <a:schemeClr val="dk1">
                    <a:lumMod val="75000"/>
                    <a:lumOff val="25000"/>
                  </a:schemeClr>
                </a:solidFill>
                <a:latin typeface="Calibri Light"/>
              </a:rPr>
              <a:t>Жизненный цикл </a:t>
            </a:r>
            <a:r>
              <a:rPr b="0" lang="en-US" sz="4800" spc="-52" strike="noStrike">
                <a:solidFill>
                  <a:schemeClr val="dk1">
                    <a:lumMod val="75000"/>
                    <a:lumOff val="25000"/>
                  </a:schemeClr>
                </a:solidFill>
                <a:latin typeface="Calibri Light"/>
              </a:rPr>
              <a:t>DevOps</a:t>
            </a:r>
            <a:endParaRPr b="0" lang="en-US" sz="4800" spc="-1" strike="noStrike">
              <a:solidFill>
                <a:schemeClr val="dk1"/>
              </a:solidFill>
              <a:latin typeface="Calibri"/>
            </a:endParaRPr>
          </a:p>
        </p:txBody>
      </p:sp>
      <p:pic>
        <p:nvPicPr>
          <p:cNvPr id="140" name="Объект 4" descr="Вырезка экрана"/>
          <p:cNvPicPr/>
          <p:nvPr/>
        </p:nvPicPr>
        <p:blipFill>
          <a:blip r:embed="rId1"/>
          <a:stretch/>
        </p:blipFill>
        <p:spPr>
          <a:xfrm>
            <a:off x="0" y="1551600"/>
            <a:ext cx="5337000" cy="4957200"/>
          </a:xfrm>
          <a:prstGeom prst="rect">
            <a:avLst/>
          </a:prstGeom>
          <a:ln w="0">
            <a:noFill/>
          </a:ln>
        </p:spPr>
      </p:pic>
      <p:sp>
        <p:nvSpPr>
          <p:cNvPr id="141" name="Прямоугольник 3"/>
          <p:cNvSpPr/>
          <p:nvPr/>
        </p:nvSpPr>
        <p:spPr>
          <a:xfrm>
            <a:off x="5572080" y="1246320"/>
            <a:ext cx="6471720" cy="5210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ru-RU" sz="2400" spc="-1" strike="noStrike">
                <a:solidFill>
                  <a:schemeClr val="dk1"/>
                </a:solidFill>
                <a:latin typeface="Calibri"/>
              </a:rPr>
              <a:t>Разработка</a:t>
            </a:r>
            <a:r>
              <a:rPr b="0" lang="ru-RU" sz="2400" spc="-1" strike="noStrike">
                <a:solidFill>
                  <a:schemeClr val="dk1"/>
                </a:solidFill>
                <a:latin typeface="Calibri"/>
              </a:rPr>
              <a:t>  (планирование и кодирование-</a:t>
            </a:r>
            <a:r>
              <a:rPr b="0" lang="en-US" sz="1800" spc="-1" strike="noStrike" u="sng">
                <a:solidFill>
                  <a:schemeClr val="dk1"/>
                </a:solidFill>
                <a:uFillTx/>
                <a:latin typeface="Calibri"/>
                <a:hlinkClick r:id="rId2"/>
              </a:rPr>
              <a:t>Git</a:t>
            </a:r>
            <a:r>
              <a:rPr b="0" lang="en-US" sz="1800" spc="-1" strike="noStrike">
                <a:solidFill>
                  <a:schemeClr val="dk1"/>
                </a:solidFill>
                <a:latin typeface="Calibri"/>
              </a:rPr>
              <a:t>, </a:t>
            </a:r>
            <a:r>
              <a:rPr b="0" lang="en-US" sz="1800" spc="-1" strike="noStrike" u="sng">
                <a:solidFill>
                  <a:schemeClr val="dk1"/>
                </a:solidFill>
                <a:uFillTx/>
                <a:latin typeface="Calibri"/>
                <a:hlinkClick r:id="rId3"/>
              </a:rPr>
              <a:t>SVN</a:t>
            </a:r>
            <a:r>
              <a:rPr b="0" lang="en-US" sz="1800" spc="-1" strike="noStrike">
                <a:solidFill>
                  <a:schemeClr val="dk1"/>
                </a:solidFill>
                <a:latin typeface="Calibri"/>
              </a:rPr>
              <a:t>, </a:t>
            </a:r>
            <a:r>
              <a:rPr b="0" lang="en-US" sz="1800" spc="-1" strike="noStrike" u="sng">
                <a:solidFill>
                  <a:schemeClr val="dk1"/>
                </a:solidFill>
                <a:uFillTx/>
                <a:latin typeface="Calibri"/>
                <a:hlinkClick r:id="rId4"/>
              </a:rPr>
              <a:t>Mercurial</a:t>
            </a:r>
            <a:r>
              <a:rPr b="0" lang="en-US" sz="1800" spc="-1" strike="noStrike">
                <a:solidFill>
                  <a:schemeClr val="dk1"/>
                </a:solidFill>
                <a:latin typeface="Calibri"/>
              </a:rPr>
              <a:t>, </a:t>
            </a:r>
            <a:r>
              <a:rPr b="0" lang="en-US" sz="1800" spc="-1" strike="noStrike" u="sng">
                <a:solidFill>
                  <a:schemeClr val="dk1"/>
                </a:solidFill>
                <a:uFillTx/>
                <a:latin typeface="Calibri"/>
                <a:hlinkClick r:id="rId5"/>
              </a:rPr>
              <a:t>CVS</a:t>
            </a:r>
            <a:r>
              <a:rPr b="0" lang="en-US" sz="1800" spc="-1" strike="noStrike">
                <a:solidFill>
                  <a:schemeClr val="dk1"/>
                </a:solidFill>
                <a:latin typeface="Calibri"/>
              </a:rPr>
              <a:t> </a:t>
            </a:r>
            <a:r>
              <a:rPr b="0" lang="ru-RU" sz="1800" spc="-1" strike="noStrike">
                <a:solidFill>
                  <a:schemeClr val="dk1"/>
                </a:solidFill>
                <a:latin typeface="Calibri"/>
              </a:rPr>
              <a:t>и </a:t>
            </a:r>
            <a:r>
              <a:rPr b="0" lang="en-US" sz="1800" spc="-1" strike="noStrike" u="sng">
                <a:solidFill>
                  <a:schemeClr val="dk1"/>
                </a:solidFill>
                <a:uFillTx/>
                <a:latin typeface="Calibri"/>
                <a:hlinkClick r:id="rId6"/>
              </a:rPr>
              <a:t>JIRA</a:t>
            </a:r>
            <a:r>
              <a:rPr b="0" lang="en-US" sz="1800" spc="-1" strike="noStrike">
                <a:solidFill>
                  <a:schemeClr val="dk1"/>
                </a:solidFill>
                <a:latin typeface="Calibri"/>
              </a:rPr>
              <a:t>.</a:t>
            </a:r>
            <a:r>
              <a:rPr b="0" lang="ru-RU" sz="2400" spc="-1" strike="noStrike">
                <a:solidFill>
                  <a:schemeClr val="dk1"/>
                </a:solidFill>
                <a:latin typeface="Calibri"/>
              </a:rPr>
              <a:t>)</a:t>
            </a:r>
            <a:endParaRPr b="0" lang="en-US" sz="2400" spc="-1" strike="noStrike">
              <a:solidFill>
                <a:srgbClr val="000000"/>
              </a:solidFill>
              <a:latin typeface="Arial"/>
            </a:endParaRPr>
          </a:p>
          <a:p>
            <a:pPr defTabSz="914400">
              <a:lnSpc>
                <a:spcPct val="100000"/>
              </a:lnSpc>
            </a:pPr>
            <a:r>
              <a:rPr b="1" lang="ru-RU" sz="2400" spc="-1" strike="noStrike">
                <a:solidFill>
                  <a:schemeClr val="dk1"/>
                </a:solidFill>
                <a:latin typeface="Calibri"/>
              </a:rPr>
              <a:t>Интеграция</a:t>
            </a:r>
            <a:r>
              <a:rPr b="0" lang="ru-RU" sz="2400" spc="-1" strike="noStrike">
                <a:solidFill>
                  <a:schemeClr val="dk1"/>
                </a:solidFill>
                <a:latin typeface="Calibri"/>
              </a:rPr>
              <a:t>(компиляция кода, проверка, модульное тестирование, интеграционное тестирование и упаковка - </a:t>
            </a:r>
            <a:r>
              <a:rPr b="0" lang="en-US" sz="2400" spc="-1" strike="noStrike">
                <a:solidFill>
                  <a:schemeClr val="dk1"/>
                </a:solidFill>
                <a:latin typeface="Calibri"/>
              </a:rPr>
              <a:t>Jenkins</a:t>
            </a:r>
            <a:r>
              <a:rPr b="0" lang="ru-RU" sz="2400" spc="-1" strike="noStrike">
                <a:solidFill>
                  <a:schemeClr val="dk1"/>
                </a:solidFill>
                <a:latin typeface="Calibri"/>
              </a:rPr>
              <a:t>)</a:t>
            </a:r>
            <a:endParaRPr b="0" lang="en-US" sz="2400" spc="-1" strike="noStrike">
              <a:solidFill>
                <a:srgbClr val="000000"/>
              </a:solidFill>
              <a:latin typeface="Arial"/>
            </a:endParaRPr>
          </a:p>
          <a:p>
            <a:pPr defTabSz="914400">
              <a:lnSpc>
                <a:spcPct val="100000"/>
              </a:lnSpc>
            </a:pPr>
            <a:r>
              <a:rPr b="1" lang="ru-RU" sz="2400" spc="-1" strike="noStrike">
                <a:solidFill>
                  <a:schemeClr val="dk1"/>
                </a:solidFill>
                <a:latin typeface="Calibri"/>
              </a:rPr>
              <a:t>Тестирование</a:t>
            </a:r>
            <a:r>
              <a:rPr b="0" lang="ru-RU" sz="2400" spc="-1" strike="noStrike">
                <a:solidFill>
                  <a:schemeClr val="dk1"/>
                </a:solidFill>
                <a:latin typeface="Calibri"/>
              </a:rPr>
              <a:t> (Автоматическое тестирование - Selenium, генерация отчетов – TestNG)</a:t>
            </a:r>
            <a:endParaRPr b="0" lang="en-US" sz="2400" spc="-1" strike="noStrike">
              <a:solidFill>
                <a:srgbClr val="000000"/>
              </a:solidFill>
              <a:latin typeface="Arial"/>
            </a:endParaRPr>
          </a:p>
          <a:p>
            <a:pPr defTabSz="914400">
              <a:lnSpc>
                <a:spcPct val="100000"/>
              </a:lnSpc>
            </a:pPr>
            <a:r>
              <a:rPr b="1" lang="ru-RU" sz="2400" spc="-1" strike="noStrike">
                <a:solidFill>
                  <a:schemeClr val="dk1"/>
                </a:solidFill>
                <a:latin typeface="Calibri"/>
              </a:rPr>
              <a:t>Развертывание</a:t>
            </a:r>
            <a:r>
              <a:rPr b="0" lang="ru-RU" sz="2400" spc="-1" strike="noStrike">
                <a:solidFill>
                  <a:schemeClr val="dk1"/>
                </a:solidFill>
                <a:latin typeface="Calibri"/>
              </a:rPr>
              <a:t> (</a:t>
            </a:r>
            <a:r>
              <a:rPr b="0" lang="en-US" sz="2400" spc="-1" strike="noStrike" u="sng">
                <a:solidFill>
                  <a:schemeClr val="dk1"/>
                </a:solidFill>
                <a:uFillTx/>
                <a:latin typeface="Calibri"/>
                <a:hlinkClick r:id="rId7"/>
              </a:rPr>
              <a:t>Ansible</a:t>
            </a:r>
            <a:r>
              <a:rPr b="0" lang="en-US" sz="2400" spc="-1" strike="noStrike">
                <a:solidFill>
                  <a:schemeClr val="dk1"/>
                </a:solidFill>
                <a:latin typeface="Calibri"/>
              </a:rPr>
              <a:t>, </a:t>
            </a:r>
            <a:r>
              <a:rPr b="0" lang="en-US" sz="2400" spc="-1" strike="noStrike" u="sng">
                <a:solidFill>
                  <a:schemeClr val="dk1"/>
                </a:solidFill>
                <a:uFillTx/>
                <a:latin typeface="Calibri"/>
                <a:hlinkClick r:id="rId8"/>
              </a:rPr>
              <a:t>Puppet</a:t>
            </a:r>
            <a:r>
              <a:rPr b="0" lang="en-US" sz="2400" spc="-1" strike="noStrike">
                <a:solidFill>
                  <a:schemeClr val="dk1"/>
                </a:solidFill>
                <a:latin typeface="Calibri"/>
              </a:rPr>
              <a:t> </a:t>
            </a:r>
            <a:r>
              <a:rPr b="0" lang="ru-RU" sz="2400" spc="-1" strike="noStrike">
                <a:solidFill>
                  <a:schemeClr val="dk1"/>
                </a:solidFill>
                <a:latin typeface="Calibri"/>
              </a:rPr>
              <a:t>и </a:t>
            </a:r>
            <a:r>
              <a:rPr b="0" lang="en-US" sz="2400" spc="-1" strike="noStrike" u="sng">
                <a:solidFill>
                  <a:schemeClr val="dk1"/>
                </a:solidFill>
                <a:uFillTx/>
                <a:latin typeface="Calibri"/>
                <a:hlinkClick r:id="rId9"/>
              </a:rPr>
              <a:t>Chef</a:t>
            </a:r>
            <a:r>
              <a:rPr b="0" lang="ru-RU" sz="2400" spc="-1" strike="noStrike">
                <a:solidFill>
                  <a:schemeClr val="dk1"/>
                </a:solidFill>
                <a:latin typeface="Calibri"/>
              </a:rPr>
              <a:t> – развертывание, </a:t>
            </a:r>
            <a:r>
              <a:rPr b="0" lang="en-US" sz="2400" spc="-1" strike="noStrike" u="sng">
                <a:solidFill>
                  <a:schemeClr val="dk1"/>
                </a:solidFill>
                <a:uFillTx/>
                <a:latin typeface="Calibri"/>
                <a:hlinkClick r:id="rId10"/>
              </a:rPr>
              <a:t>Vagrant </a:t>
            </a:r>
            <a:r>
              <a:rPr b="0" lang="ru-RU" sz="2400" spc="-1" strike="noStrike">
                <a:solidFill>
                  <a:schemeClr val="dk1"/>
                </a:solidFill>
                <a:latin typeface="Calibri"/>
              </a:rPr>
              <a:t>и </a:t>
            </a:r>
            <a:r>
              <a:rPr b="0" lang="en-US" sz="2400" spc="-1" strike="noStrike">
                <a:solidFill>
                  <a:schemeClr val="dk1"/>
                </a:solidFill>
                <a:latin typeface="Calibri"/>
              </a:rPr>
              <a:t>Docker</a:t>
            </a:r>
            <a:r>
              <a:rPr b="0" lang="ru-RU" sz="2400" spc="-1" strike="noStrike">
                <a:solidFill>
                  <a:schemeClr val="dk1"/>
                </a:solidFill>
                <a:latin typeface="Calibri"/>
              </a:rPr>
              <a:t> – контейнеризация)</a:t>
            </a:r>
            <a:endParaRPr b="0" lang="en-US" sz="2400" spc="-1" strike="noStrike">
              <a:solidFill>
                <a:srgbClr val="000000"/>
              </a:solidFill>
              <a:latin typeface="Arial"/>
            </a:endParaRPr>
          </a:p>
          <a:p>
            <a:pPr defTabSz="914400">
              <a:lnSpc>
                <a:spcPct val="100000"/>
              </a:lnSpc>
            </a:pPr>
            <a:r>
              <a:rPr b="0" lang="ru-RU" sz="2400" spc="-1" strike="noStrike">
                <a:solidFill>
                  <a:schemeClr val="dk1"/>
                </a:solidFill>
                <a:latin typeface="Calibri"/>
              </a:rPr>
              <a:t>Мониторинг (автоматический сбор телеметрии, метаданных, системные ошибки, безопасность - </a:t>
            </a:r>
            <a:r>
              <a:rPr b="0" lang="nl-NL" sz="2400" spc="-1" strike="noStrike">
                <a:solidFill>
                  <a:schemeClr val="dk1"/>
                </a:solidFill>
                <a:latin typeface="Calibri"/>
              </a:rPr>
              <a:t> </a:t>
            </a:r>
            <a:r>
              <a:rPr b="0" lang="nl-NL" sz="2400" spc="-1" strike="noStrike" u="sng">
                <a:solidFill>
                  <a:schemeClr val="dk1"/>
                </a:solidFill>
                <a:uFillTx/>
                <a:latin typeface="Calibri"/>
                <a:hlinkClick r:id="rId11"/>
              </a:rPr>
              <a:t>Prometheus</a:t>
            </a:r>
            <a:r>
              <a:rPr b="0" lang="nl-NL" sz="2400" spc="-1" strike="noStrike">
                <a:solidFill>
                  <a:schemeClr val="dk1"/>
                </a:solidFill>
                <a:latin typeface="Calibri"/>
              </a:rPr>
              <a:t>, </a:t>
            </a:r>
            <a:r>
              <a:rPr b="0" lang="nl-NL" sz="2400" spc="-1" strike="noStrike" u="sng">
                <a:solidFill>
                  <a:schemeClr val="dk1"/>
                </a:solidFill>
                <a:uFillTx/>
                <a:latin typeface="Calibri"/>
                <a:hlinkClick r:id="rId12"/>
              </a:rPr>
              <a:t>Splunk</a:t>
            </a:r>
            <a:r>
              <a:rPr b="0" lang="nl-NL" sz="2400" spc="-1" strike="noStrike">
                <a:solidFill>
                  <a:schemeClr val="dk1"/>
                </a:solidFill>
                <a:latin typeface="Calibri"/>
              </a:rPr>
              <a:t>, </a:t>
            </a:r>
            <a:r>
              <a:rPr b="0" lang="nl-NL" sz="2400" spc="-1" strike="noStrike" u="sng">
                <a:solidFill>
                  <a:schemeClr val="dk1"/>
                </a:solidFill>
                <a:uFillTx/>
                <a:latin typeface="Calibri"/>
                <a:hlinkClick r:id="rId13"/>
              </a:rPr>
              <a:t>ELK Stack</a:t>
            </a:r>
            <a:r>
              <a:rPr b="0" lang="nl-NL" sz="2400" spc="-1" strike="noStrike">
                <a:solidFill>
                  <a:schemeClr val="dk1"/>
                </a:solidFill>
                <a:latin typeface="Calibri"/>
              </a:rPr>
              <a:t>, </a:t>
            </a:r>
            <a:r>
              <a:rPr b="0" lang="nl-NL" sz="2400" spc="-1" strike="noStrike" u="sng">
                <a:solidFill>
                  <a:schemeClr val="dk1"/>
                </a:solidFill>
                <a:uFillTx/>
                <a:latin typeface="Calibri"/>
                <a:hlinkClick r:id="rId14"/>
              </a:rPr>
              <a:t>Nagios</a:t>
            </a:r>
            <a:r>
              <a:rPr b="0" lang="ru-RU" sz="2400" spc="-1" strike="noStrike">
                <a:solidFill>
                  <a:schemeClr val="dk1"/>
                </a:solidFill>
                <a:latin typeface="Calibri"/>
              </a:rPr>
              <a:t>)</a:t>
            </a:r>
            <a:endParaRPr b="0" lang="en-US" sz="2400" spc="-1" strike="noStrike">
              <a:solidFill>
                <a:srgbClr val="000000"/>
              </a:solidFill>
              <a:latin typeface="Arial"/>
            </a:endParaRPr>
          </a:p>
          <a:p>
            <a:pPr defTabSz="914400">
              <a:lnSpc>
                <a:spcPct val="100000"/>
              </a:lnSpc>
            </a:pPr>
            <a:r>
              <a:rPr b="1" lang="ru-RU" sz="2400" spc="-1" strike="noStrike">
                <a:solidFill>
                  <a:schemeClr val="dk1"/>
                </a:solidFill>
                <a:latin typeface="Calibri"/>
              </a:rPr>
              <a:t>Обратная связь</a:t>
            </a:r>
            <a:r>
              <a:rPr b="0" lang="ru-RU" sz="2400" spc="-1" strike="noStrike">
                <a:solidFill>
                  <a:schemeClr val="dk1"/>
                </a:solidFill>
                <a:latin typeface="Calibri"/>
              </a:rPr>
              <a:t> от клиентов</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rmAutofit/>
          </a:bodyPr>
          <a:p>
            <a:pPr indent="0" defTabSz="914400">
              <a:lnSpc>
                <a:spcPct val="85000"/>
              </a:lnSpc>
              <a:buNone/>
            </a:pPr>
            <a:r>
              <a:rPr b="0" lang="ru-RU" sz="4800" spc="-52" strike="noStrike">
                <a:solidFill>
                  <a:schemeClr val="dk1">
                    <a:lumMod val="75000"/>
                    <a:lumOff val="25000"/>
                  </a:schemeClr>
                </a:solidFill>
                <a:latin typeface="Calibri Light"/>
              </a:rPr>
              <a:t>Основы </a:t>
            </a:r>
            <a:r>
              <a:rPr b="0" lang="en-US" sz="4800" spc="-52" strike="noStrike">
                <a:solidFill>
                  <a:schemeClr val="dk1">
                    <a:lumMod val="75000"/>
                    <a:lumOff val="25000"/>
                  </a:schemeClr>
                </a:solidFill>
                <a:latin typeface="Calibri Light"/>
              </a:rPr>
              <a:t>CI/CD</a:t>
            </a:r>
            <a:endParaRPr b="0" lang="en-US" sz="4800" spc="-1" strike="noStrike">
              <a:solidFill>
                <a:schemeClr val="dk1"/>
              </a:solidFill>
              <a:latin typeface="Calibri"/>
            </a:endParaRPr>
          </a:p>
        </p:txBody>
      </p:sp>
      <p:sp>
        <p:nvSpPr>
          <p:cNvPr id="143" name="PlaceHolder 2"/>
          <p:cNvSpPr>
            <a:spLocks noGrp="1"/>
          </p:cNvSpPr>
          <p:nvPr>
            <p:ph/>
          </p:nvPr>
        </p:nvSpPr>
        <p:spPr>
          <a:xfrm>
            <a:off x="1097280" y="1845720"/>
            <a:ext cx="10770480" cy="215424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Calibri"/>
              <a:buChar char=" "/>
            </a:pPr>
            <a:r>
              <a:rPr b="0" lang="ru-RU" sz="2800" spc="-1" strike="noStrike">
                <a:solidFill>
                  <a:schemeClr val="dk1">
                    <a:lumMod val="75000"/>
                    <a:lumOff val="25000"/>
                  </a:schemeClr>
                </a:solidFill>
                <a:latin typeface="Calibri"/>
              </a:rPr>
              <a:t>CI/CD (Continuous Integration, Continuous Delivery — непрерывная интеграция и доставка) — это технология автоматизации тестирования и доставки новых модулей разрабатываемого проекта заинтересованным сторонам (разработчикам, аналитикам, инженерам качества, конечным пользователям и др.).</a:t>
            </a:r>
            <a:endParaRPr b="0" lang="en-US" sz="2800" spc="-1" strike="noStrike">
              <a:solidFill>
                <a:schemeClr val="dk1">
                  <a:lumMod val="75000"/>
                  <a:lumOff val="25000"/>
                </a:schemeClr>
              </a:solidFill>
              <a:latin typeface="Calibri"/>
            </a:endParaRPr>
          </a:p>
        </p:txBody>
      </p:sp>
      <p:pic>
        <p:nvPicPr>
          <p:cNvPr id="144" name="Рисунок 3" descr="Вырезка экрана"/>
          <p:cNvPicPr/>
          <p:nvPr/>
        </p:nvPicPr>
        <p:blipFill>
          <a:blip r:embed="rId1"/>
          <a:stretch/>
        </p:blipFill>
        <p:spPr>
          <a:xfrm>
            <a:off x="181440" y="3867120"/>
            <a:ext cx="8522640" cy="2828880"/>
          </a:xfrm>
          <a:prstGeom prst="rect">
            <a:avLst/>
          </a:prstGeom>
          <a:ln w="0">
            <a:noFill/>
          </a:ln>
        </p:spPr>
      </p:pic>
      <p:sp>
        <p:nvSpPr>
          <p:cNvPr id="145" name="Прямоугольник 4"/>
          <p:cNvSpPr/>
          <p:nvPr/>
        </p:nvSpPr>
        <p:spPr>
          <a:xfrm flipV="1" rot="10800000">
            <a:off x="9212400" y="4785480"/>
            <a:ext cx="2979720" cy="130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2000" spc="-1" strike="noStrike">
                <a:solidFill>
                  <a:schemeClr val="dk1"/>
                </a:solidFill>
                <a:latin typeface="Calibri"/>
              </a:rPr>
              <a:t>DevOps — более широкая концепция, а CI/CD — инструменты/</a:t>
            </a:r>
            <a:r>
              <a:rPr b="0" lang="en-US" sz="2000" spc="-1" strike="noStrike">
                <a:solidFill>
                  <a:schemeClr val="dk1"/>
                </a:solidFill>
                <a:latin typeface="Calibri"/>
              </a:rPr>
              <a:t> </a:t>
            </a:r>
            <a:r>
              <a:rPr b="0" lang="ru-RU" sz="2000" spc="-1" strike="noStrike">
                <a:solidFill>
                  <a:schemeClr val="dk1"/>
                </a:solidFill>
                <a:latin typeface="Calibri"/>
              </a:rPr>
              <a:t>практики внутри нее</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rmAutofit/>
          </a:bodyPr>
          <a:p>
            <a:pPr indent="0" defTabSz="914400">
              <a:lnSpc>
                <a:spcPct val="85000"/>
              </a:lnSpc>
              <a:buNone/>
            </a:pPr>
            <a:r>
              <a:rPr b="0" lang="ru-RU" sz="4800" spc="-52" strike="noStrike">
                <a:solidFill>
                  <a:schemeClr val="dk1">
                    <a:lumMod val="75000"/>
                    <a:lumOff val="25000"/>
                  </a:schemeClr>
                </a:solidFill>
                <a:latin typeface="Calibri Light"/>
              </a:rPr>
              <a:t>Основы </a:t>
            </a:r>
            <a:r>
              <a:rPr b="0" lang="en-US" sz="4800" spc="-52" strike="noStrike">
                <a:solidFill>
                  <a:schemeClr val="dk1">
                    <a:lumMod val="75000"/>
                    <a:lumOff val="25000"/>
                  </a:schemeClr>
                </a:solidFill>
                <a:latin typeface="Calibri Light"/>
              </a:rPr>
              <a:t>CI/CD</a:t>
            </a:r>
            <a:r>
              <a:rPr b="0" lang="ru-RU" sz="4800" spc="-52" strike="noStrike">
                <a:solidFill>
                  <a:schemeClr val="dk1">
                    <a:lumMod val="75000"/>
                    <a:lumOff val="25000"/>
                  </a:schemeClr>
                </a:solidFill>
                <a:latin typeface="Calibri Light"/>
              </a:rPr>
              <a:t> - задачи</a:t>
            </a:r>
            <a:endParaRPr b="0" lang="en-US" sz="4800" spc="-1" strike="noStrike">
              <a:solidFill>
                <a:schemeClr val="dk1"/>
              </a:solidFill>
              <a:latin typeface="Calibri"/>
            </a:endParaRPr>
          </a:p>
        </p:txBody>
      </p:sp>
      <p:sp>
        <p:nvSpPr>
          <p:cNvPr id="147" name="PlaceHolder 2"/>
          <p:cNvSpPr>
            <a:spLocks noGrp="1"/>
          </p:cNvSpPr>
          <p:nvPr>
            <p:ph/>
          </p:nvPr>
        </p:nvSpPr>
        <p:spPr>
          <a:xfrm>
            <a:off x="1097280" y="1845720"/>
            <a:ext cx="10770480" cy="215424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автоматизация последовательной сборки, упаковки и тестирования программных продуктов;</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автоматизация развертывания приложения в различных окружениях;</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минимизация ошибок и уязвимостей программного продукта</a:t>
            </a: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8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rmAutofit/>
          </a:bodyPr>
          <a:p>
            <a:pPr indent="0" defTabSz="914400">
              <a:lnSpc>
                <a:spcPct val="85000"/>
              </a:lnSpc>
              <a:buNone/>
            </a:pPr>
            <a:r>
              <a:rPr b="0" lang="ru-RU" sz="4800" spc="-52" strike="noStrike">
                <a:solidFill>
                  <a:schemeClr val="dk1">
                    <a:lumMod val="75000"/>
                    <a:lumOff val="25000"/>
                  </a:schemeClr>
                </a:solidFill>
                <a:latin typeface="Calibri Light"/>
              </a:rPr>
              <a:t>Основы </a:t>
            </a:r>
            <a:r>
              <a:rPr b="0" lang="en-US" sz="4800" spc="-52" strike="noStrike">
                <a:solidFill>
                  <a:schemeClr val="dk1">
                    <a:lumMod val="75000"/>
                    <a:lumOff val="25000"/>
                  </a:schemeClr>
                </a:solidFill>
                <a:latin typeface="Calibri Light"/>
              </a:rPr>
              <a:t>CI/CD</a:t>
            </a:r>
            <a:r>
              <a:rPr b="0" lang="ru-RU" sz="4800" spc="-52" strike="noStrike">
                <a:solidFill>
                  <a:schemeClr val="dk1">
                    <a:lumMod val="75000"/>
                    <a:lumOff val="25000"/>
                  </a:schemeClr>
                </a:solidFill>
                <a:latin typeface="Calibri Light"/>
              </a:rPr>
              <a:t> - принципы</a:t>
            </a:r>
            <a:endParaRPr b="0" lang="en-US" sz="4800" spc="-1" strike="noStrike">
              <a:solidFill>
                <a:schemeClr val="dk1"/>
              </a:solidFill>
              <a:latin typeface="Calibri"/>
            </a:endParaRPr>
          </a:p>
        </p:txBody>
      </p:sp>
      <p:sp>
        <p:nvSpPr>
          <p:cNvPr id="149" name="PlaceHolder 2"/>
          <p:cNvSpPr>
            <a:spLocks noGrp="1"/>
          </p:cNvSpPr>
          <p:nvPr>
            <p:ph/>
          </p:nvPr>
        </p:nvSpPr>
        <p:spPr>
          <a:xfrm>
            <a:off x="1764000" y="2264760"/>
            <a:ext cx="6312960" cy="270684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Распределение ответственности;</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Сокращение рисков;</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Оптимизация обратной связи</a:t>
            </a:r>
            <a:r>
              <a:rPr b="0" lang="en-US" sz="2800" spc="-1" strike="noStrike">
                <a:solidFill>
                  <a:schemeClr val="dk1">
                    <a:lumMod val="75000"/>
                    <a:lumOff val="25000"/>
                  </a:schemeClr>
                </a:solidFill>
                <a:latin typeface="Calibri"/>
              </a:rPr>
              <a:t>;</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Создание рабочей среды</a:t>
            </a: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8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rmAutofit/>
          </a:bodyPr>
          <a:p>
            <a:pPr indent="0" defTabSz="914400">
              <a:lnSpc>
                <a:spcPct val="85000"/>
              </a:lnSpc>
              <a:buNone/>
            </a:pPr>
            <a:r>
              <a:rPr b="0" lang="ru-RU" sz="4800" spc="-52" strike="noStrike">
                <a:solidFill>
                  <a:schemeClr val="dk1">
                    <a:lumMod val="75000"/>
                    <a:lumOff val="25000"/>
                  </a:schemeClr>
                </a:solidFill>
                <a:latin typeface="Calibri Light"/>
              </a:rPr>
              <a:t>Основы </a:t>
            </a:r>
            <a:r>
              <a:rPr b="0" lang="en-US" sz="4800" spc="-52" strike="noStrike">
                <a:solidFill>
                  <a:schemeClr val="dk1">
                    <a:lumMod val="75000"/>
                    <a:lumOff val="25000"/>
                  </a:schemeClr>
                </a:solidFill>
                <a:latin typeface="Calibri Light"/>
              </a:rPr>
              <a:t>CI/CD</a:t>
            </a:r>
            <a:r>
              <a:rPr b="0" lang="ru-RU" sz="4800" spc="-52" strike="noStrike">
                <a:solidFill>
                  <a:schemeClr val="dk1">
                    <a:lumMod val="75000"/>
                    <a:lumOff val="25000"/>
                  </a:schemeClr>
                </a:solidFill>
                <a:latin typeface="Calibri Light"/>
              </a:rPr>
              <a:t> – этапы</a:t>
            </a:r>
            <a:endParaRPr b="0" lang="en-US" sz="4800" spc="-1" strike="noStrike">
              <a:solidFill>
                <a:schemeClr val="dk1"/>
              </a:solidFill>
              <a:latin typeface="Calibri"/>
            </a:endParaRPr>
          </a:p>
        </p:txBody>
      </p:sp>
      <p:sp>
        <p:nvSpPr>
          <p:cNvPr id="151" name="PlaceHolder 2"/>
          <p:cNvSpPr>
            <a:spLocks noGrp="1"/>
          </p:cNvSpPr>
          <p:nvPr>
            <p:ph/>
          </p:nvPr>
        </p:nvSpPr>
        <p:spPr>
          <a:xfrm>
            <a:off x="1097280" y="2214360"/>
            <a:ext cx="4769640" cy="405252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Написание кода;</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Сборка;</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Тестирование</a:t>
            </a:r>
            <a:r>
              <a:rPr b="0" lang="en-US" sz="2800" spc="-1" strike="noStrike">
                <a:solidFill>
                  <a:schemeClr val="dk1">
                    <a:lumMod val="75000"/>
                    <a:lumOff val="25000"/>
                  </a:schemeClr>
                </a:solidFill>
                <a:latin typeface="Calibri"/>
              </a:rPr>
              <a:t>;</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Релиз;</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Развертывание;</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Поддержка и мониторинг;</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2800" spc="-1" strike="noStrike">
                <a:solidFill>
                  <a:schemeClr val="dk1">
                    <a:lumMod val="75000"/>
                    <a:lumOff val="25000"/>
                  </a:schemeClr>
                </a:solidFill>
                <a:latin typeface="Calibri"/>
              </a:rPr>
              <a:t>Планирование.</a:t>
            </a:r>
            <a:endParaRPr b="0" lang="en-US" sz="2800" spc="-1" strike="noStrike">
              <a:solidFill>
                <a:schemeClr val="dk1">
                  <a:lumMod val="75000"/>
                  <a:lumOff val="25000"/>
                </a:schemeClr>
              </a:solidFill>
              <a:latin typeface="Calibri"/>
            </a:endParaRPr>
          </a:p>
        </p:txBody>
      </p:sp>
      <p:pic>
        <p:nvPicPr>
          <p:cNvPr id="152" name="Рисунок 3" descr="Вырезка экрана"/>
          <p:cNvPicPr/>
          <p:nvPr/>
        </p:nvPicPr>
        <p:blipFill>
          <a:blip r:embed="rId1"/>
          <a:stretch/>
        </p:blipFill>
        <p:spPr>
          <a:xfrm>
            <a:off x="6927840" y="0"/>
            <a:ext cx="5263920" cy="26096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rmAutofit/>
          </a:bodyPr>
          <a:p>
            <a:pPr indent="0" defTabSz="914400">
              <a:lnSpc>
                <a:spcPct val="85000"/>
              </a:lnSpc>
              <a:buNone/>
            </a:pPr>
            <a:r>
              <a:rPr b="0" lang="ru-RU" sz="4800" spc="-52" strike="noStrike">
                <a:solidFill>
                  <a:schemeClr val="dk1">
                    <a:lumMod val="75000"/>
                    <a:lumOff val="25000"/>
                  </a:schemeClr>
                </a:solidFill>
                <a:latin typeface="Calibri Light"/>
              </a:rPr>
              <a:t>Основы </a:t>
            </a:r>
            <a:r>
              <a:rPr b="0" lang="en-US" sz="4800" spc="-52" strike="noStrike">
                <a:solidFill>
                  <a:schemeClr val="dk1">
                    <a:lumMod val="75000"/>
                    <a:lumOff val="25000"/>
                  </a:schemeClr>
                </a:solidFill>
                <a:latin typeface="Calibri Light"/>
              </a:rPr>
              <a:t>CI/CD</a:t>
            </a:r>
            <a:r>
              <a:rPr b="0" lang="ru-RU" sz="4800" spc="-52" strike="noStrike">
                <a:solidFill>
                  <a:schemeClr val="dk1">
                    <a:lumMod val="75000"/>
                    <a:lumOff val="25000"/>
                  </a:schemeClr>
                </a:solidFill>
                <a:latin typeface="Calibri Light"/>
              </a:rPr>
              <a:t> – этапы</a:t>
            </a:r>
            <a:endParaRPr b="0" lang="en-US" sz="4800" spc="-1" strike="noStrike">
              <a:solidFill>
                <a:schemeClr val="dk1"/>
              </a:solidFill>
              <a:latin typeface="Calibri"/>
            </a:endParaRPr>
          </a:p>
        </p:txBody>
      </p:sp>
      <p:pic>
        <p:nvPicPr>
          <p:cNvPr id="154" name="Рисунок 5" descr="Вырезка экрана"/>
          <p:cNvPicPr/>
          <p:nvPr/>
        </p:nvPicPr>
        <p:blipFill>
          <a:blip r:embed="rId1"/>
          <a:stretch/>
        </p:blipFill>
        <p:spPr>
          <a:xfrm>
            <a:off x="64440" y="2357280"/>
            <a:ext cx="12092760" cy="2652480"/>
          </a:xfrm>
          <a:prstGeom prst="rect">
            <a:avLst/>
          </a:prstGeom>
          <a:ln w="0">
            <a:noFill/>
          </a:ln>
        </p:spPr>
      </p:pic>
      <p:sp>
        <p:nvSpPr>
          <p:cNvPr id="155" name="Прямоугольник 2"/>
          <p:cNvSpPr/>
          <p:nvPr/>
        </p:nvSpPr>
        <p:spPr>
          <a:xfrm>
            <a:off x="2928240" y="4622400"/>
            <a:ext cx="8582040" cy="1461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ru-RU" sz="1800" spc="-1" strike="noStrike">
                <a:solidFill>
                  <a:srgbClr val="404040"/>
                </a:solidFill>
                <a:latin typeface="Inter"/>
              </a:rPr>
              <a:t>Пример CI/CD в DevOps-процессе</a:t>
            </a:r>
            <a:endParaRPr b="0" lang="en-US" sz="1800" spc="-1" strike="noStrike">
              <a:solidFill>
                <a:srgbClr val="000000"/>
              </a:solidFill>
              <a:latin typeface="Arial"/>
            </a:endParaRPr>
          </a:p>
          <a:p>
            <a:pPr indent="-216000" defTabSz="914400">
              <a:lnSpc>
                <a:spcPct val="100000"/>
              </a:lnSpc>
              <a:buClr>
                <a:srgbClr val="404040"/>
              </a:buClr>
              <a:buFont typeface="Calibri Light"/>
              <a:buAutoNum type="arabicPeriod"/>
            </a:pPr>
            <a:r>
              <a:rPr b="0" lang="ru-RU" sz="1800" spc="-1" strike="noStrike">
                <a:solidFill>
                  <a:srgbClr val="404040"/>
                </a:solidFill>
                <a:latin typeface="Inter"/>
              </a:rPr>
              <a:t>Разработчик пушит код в Git → </a:t>
            </a:r>
            <a:r>
              <a:rPr b="1" lang="ru-RU" sz="1800" spc="-1" strike="noStrike">
                <a:solidFill>
                  <a:srgbClr val="404040"/>
                </a:solidFill>
                <a:latin typeface="Inter"/>
              </a:rPr>
              <a:t>CI-пайплайн</a:t>
            </a:r>
            <a:r>
              <a:rPr b="0" lang="ru-RU" sz="1800" spc="-1" strike="noStrike">
                <a:solidFill>
                  <a:srgbClr val="404040"/>
                </a:solidFill>
                <a:latin typeface="Inter"/>
              </a:rPr>
              <a:t> запускает тесты.</a:t>
            </a:r>
            <a:endParaRPr b="0" lang="en-US" sz="1800" spc="-1" strike="noStrike">
              <a:solidFill>
                <a:srgbClr val="000000"/>
              </a:solidFill>
              <a:latin typeface="Arial"/>
            </a:endParaRPr>
          </a:p>
          <a:p>
            <a:pPr indent="-216000" defTabSz="914400">
              <a:lnSpc>
                <a:spcPct val="100000"/>
              </a:lnSpc>
              <a:buClr>
                <a:srgbClr val="404040"/>
              </a:buClr>
              <a:buFont typeface="Calibri Light"/>
              <a:buAutoNum type="arabicPeriod"/>
            </a:pPr>
            <a:r>
              <a:rPr b="0" lang="ru-RU" sz="1800" spc="-1" strike="noStrike">
                <a:solidFill>
                  <a:srgbClr val="404040"/>
                </a:solidFill>
                <a:latin typeface="Inter"/>
              </a:rPr>
              <a:t>Если тесты пройдены → </a:t>
            </a:r>
            <a:r>
              <a:rPr b="1" lang="ru-RU" sz="1800" spc="-1" strike="noStrike">
                <a:solidFill>
                  <a:srgbClr val="404040"/>
                </a:solidFill>
                <a:latin typeface="Inter"/>
              </a:rPr>
              <a:t>CD-пайплайн</a:t>
            </a:r>
            <a:r>
              <a:rPr b="0" lang="ru-RU" sz="1800" spc="-1" strike="noStrike">
                <a:solidFill>
                  <a:srgbClr val="404040"/>
                </a:solidFill>
                <a:latin typeface="Inter"/>
              </a:rPr>
              <a:t> разворачивает код на тестовом сервере.</a:t>
            </a:r>
            <a:endParaRPr b="0" lang="en-US" sz="1800" spc="-1" strike="noStrike">
              <a:solidFill>
                <a:srgbClr val="000000"/>
              </a:solidFill>
              <a:latin typeface="Arial"/>
            </a:endParaRPr>
          </a:p>
          <a:p>
            <a:pPr indent="-216000" defTabSz="914400">
              <a:lnSpc>
                <a:spcPct val="100000"/>
              </a:lnSpc>
              <a:buClr>
                <a:srgbClr val="404040"/>
              </a:buClr>
              <a:buFont typeface="Calibri Light"/>
              <a:buAutoNum type="arabicPeriod"/>
            </a:pPr>
            <a:r>
              <a:rPr b="0" lang="ru-RU" sz="1800" spc="-1" strike="noStrike">
                <a:solidFill>
                  <a:srgbClr val="404040"/>
                </a:solidFill>
                <a:latin typeface="Inter"/>
              </a:rPr>
              <a:t>После проверки → автоматический деплой в продакшен.</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1" lang="ru-RU" sz="4800" spc="-52" strike="noStrike">
                <a:solidFill>
                  <a:schemeClr val="dk1">
                    <a:lumMod val="75000"/>
                    <a:lumOff val="25000"/>
                  </a:schemeClr>
                </a:solidFill>
                <a:latin typeface="Calibri Light"/>
              </a:rPr>
              <a:t>CI-пайплайн (Continuous Integration Pipeline</a:t>
            </a:r>
            <a:endParaRPr b="0" lang="en-US" sz="4800" spc="-1" strike="noStrike">
              <a:solidFill>
                <a:schemeClr val="dk1"/>
              </a:solidFill>
              <a:latin typeface="Calibri"/>
            </a:endParaRPr>
          </a:p>
        </p:txBody>
      </p:sp>
      <p:sp>
        <p:nvSpPr>
          <p:cNvPr id="157" name="PlaceHolder 2"/>
          <p:cNvSpPr>
            <a:spLocks noGrp="1"/>
          </p:cNvSpPr>
          <p:nvPr>
            <p:ph/>
          </p:nvPr>
        </p:nvSpPr>
        <p:spPr>
          <a:xfrm>
            <a:off x="1097280" y="1845720"/>
            <a:ext cx="10058040" cy="402300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Calibri"/>
              <a:buChar char=" "/>
            </a:pPr>
            <a:r>
              <a:rPr b="1" lang="ru-RU" sz="2800" spc="-1" strike="noStrike">
                <a:solidFill>
                  <a:schemeClr val="dk1">
                    <a:lumMod val="75000"/>
                    <a:lumOff val="25000"/>
                  </a:schemeClr>
                </a:solidFill>
                <a:latin typeface="Calibri"/>
              </a:rPr>
              <a:t>CI-пайплайн (Continuous Integration Pipeline)</a:t>
            </a:r>
            <a:r>
              <a:rPr b="0" lang="ru-RU" sz="2800" spc="-1" strike="noStrike">
                <a:solidFill>
                  <a:schemeClr val="dk1">
                    <a:lumMod val="75000"/>
                    <a:lumOff val="25000"/>
                  </a:schemeClr>
                </a:solidFill>
                <a:latin typeface="Calibri"/>
              </a:rPr>
              <a:t> — это автоматизированная последовательность шагов, которая проверяет и подготавливает ваш код при каждом изменении (например, при коммите в Git). </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2800" spc="-1" strike="noStrike">
                <a:solidFill>
                  <a:schemeClr val="dk1">
                    <a:lumMod val="75000"/>
                    <a:lumOff val="25000"/>
                  </a:schemeClr>
                </a:solidFill>
                <a:latin typeface="Calibri"/>
              </a:rPr>
              <a:t>Цель — быстро находить ошибки и гарантировать, что новая версия кода работает корректно.</a:t>
            </a:r>
            <a:endParaRPr b="0" lang="en-US" sz="28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349560" y="286560"/>
            <a:ext cx="10805760" cy="145044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lumMod val="75000"/>
                    <a:lumOff val="25000"/>
                  </a:schemeClr>
                </a:solidFill>
                <a:latin typeface="Calibri Light"/>
              </a:rPr>
              <a:t>Из чего состоит CI-пайплайн?</a:t>
            </a:r>
            <a:endParaRPr b="0" lang="en-US" sz="4800" spc="-1" strike="noStrike">
              <a:solidFill>
                <a:schemeClr val="dk1"/>
              </a:solidFill>
              <a:latin typeface="Calibri"/>
            </a:endParaRPr>
          </a:p>
        </p:txBody>
      </p:sp>
      <p:sp>
        <p:nvSpPr>
          <p:cNvPr id="159" name="PlaceHolder 2"/>
          <p:cNvSpPr>
            <a:spLocks noGrp="1"/>
          </p:cNvSpPr>
          <p:nvPr>
            <p:ph/>
          </p:nvPr>
        </p:nvSpPr>
        <p:spPr>
          <a:xfrm>
            <a:off x="349560" y="1737360"/>
            <a:ext cx="11841840" cy="4023000"/>
          </a:xfrm>
          <a:prstGeom prst="rect">
            <a:avLst/>
          </a:prstGeom>
          <a:noFill/>
          <a:ln w="0">
            <a:noFill/>
          </a:ln>
        </p:spPr>
        <p:txBody>
          <a:bodyPr lIns="0" rIns="0" tIns="45720" bIns="45720" anchor="t">
            <a:noAutofit/>
          </a:bodyPr>
          <a:p>
            <a:pPr marL="91440" indent="-91440" defTabSz="914400">
              <a:lnSpc>
                <a:spcPct val="100000"/>
              </a:lnSpc>
              <a:buClr>
                <a:srgbClr val="1cade4"/>
              </a:buClr>
              <a:buFont typeface="Calibri"/>
              <a:buChar char=" "/>
            </a:pPr>
            <a:r>
              <a:rPr b="1" lang="ru-RU" sz="2800" spc="-1" strike="noStrike">
                <a:solidFill>
                  <a:schemeClr val="dk1">
                    <a:lumMod val="75000"/>
                    <a:lumOff val="25000"/>
                  </a:schemeClr>
                </a:solidFill>
                <a:latin typeface="Calibri"/>
              </a:rPr>
              <a:t>Сборка (Build)</a:t>
            </a:r>
            <a:endParaRPr b="0" lang="en-US" sz="28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0" lang="ru-RU" sz="2500" spc="-1" strike="noStrike">
                <a:solidFill>
                  <a:schemeClr val="dk1">
                    <a:lumMod val="75000"/>
                    <a:lumOff val="25000"/>
                  </a:schemeClr>
                </a:solidFill>
                <a:latin typeface="Calibri"/>
              </a:rPr>
              <a:t>— </a:t>
            </a:r>
            <a:r>
              <a:rPr b="0" lang="ru-RU" sz="2500" spc="-1" strike="noStrike">
                <a:solidFill>
                  <a:schemeClr val="dk1">
                    <a:lumMod val="75000"/>
                    <a:lumOff val="25000"/>
                  </a:schemeClr>
                </a:solidFill>
                <a:latin typeface="Calibri"/>
              </a:rPr>
              <a:t>Компиляция кода (если нужно) и подготовка рабочей версии приложения.</a:t>
            </a:r>
            <a:endParaRPr b="0" lang="en-US" sz="25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0" lang="ru-RU" sz="2500" spc="-1" strike="noStrike">
                <a:solidFill>
                  <a:schemeClr val="dk1">
                    <a:lumMod val="75000"/>
                    <a:lumOff val="25000"/>
                  </a:schemeClr>
                </a:solidFill>
                <a:latin typeface="Calibri"/>
              </a:rPr>
              <a:t>— </a:t>
            </a:r>
            <a:r>
              <a:rPr b="0" lang="ru-RU" sz="2500" spc="-1" strike="noStrike">
                <a:solidFill>
                  <a:schemeClr val="dk1">
                    <a:lumMod val="75000"/>
                    <a:lumOff val="25000"/>
                  </a:schemeClr>
                </a:solidFill>
                <a:latin typeface="Calibri"/>
              </a:rPr>
              <a:t>Пример: сборка Docker-образа или компиляция Java-кода.</a:t>
            </a:r>
            <a:endParaRPr b="0" lang="en-US" sz="25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1" lang="ru-RU" sz="2800" spc="-1" strike="noStrike">
                <a:solidFill>
                  <a:schemeClr val="dk1">
                    <a:lumMod val="75000"/>
                    <a:lumOff val="25000"/>
                  </a:schemeClr>
                </a:solidFill>
                <a:latin typeface="Calibri"/>
              </a:rPr>
              <a:t>Тестирование</a:t>
            </a:r>
            <a:endParaRPr b="0" lang="en-US" sz="28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0" lang="ru-RU" sz="2500" spc="-1" strike="noStrike">
                <a:solidFill>
                  <a:schemeClr val="dk1">
                    <a:lumMod val="75000"/>
                    <a:lumOff val="25000"/>
                  </a:schemeClr>
                </a:solidFill>
                <a:latin typeface="Calibri"/>
              </a:rPr>
              <a:t>— </a:t>
            </a:r>
            <a:r>
              <a:rPr b="0" lang="ru-RU" sz="2500" spc="-1" strike="noStrike">
                <a:solidFill>
                  <a:schemeClr val="dk1">
                    <a:lumMod val="75000"/>
                    <a:lumOff val="25000"/>
                  </a:schemeClr>
                </a:solidFill>
                <a:latin typeface="Calibri"/>
              </a:rPr>
              <a:t>Запуск автоматических тестов:</a:t>
            </a:r>
            <a:endParaRPr b="0" lang="en-US" sz="25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0" lang="ru-RU" sz="1800" spc="-1" strike="noStrike">
                <a:solidFill>
                  <a:schemeClr val="dk1">
                    <a:lumMod val="75000"/>
                    <a:lumOff val="25000"/>
                  </a:schemeClr>
                </a:solidFill>
                <a:latin typeface="Calibri"/>
              </a:rPr>
              <a:t>Юнит-тесты — проверка отдельных функций.</a:t>
            </a:r>
            <a:endParaRPr b="0" lang="en-US" sz="18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0" lang="ru-RU" sz="1800" spc="-1" strike="noStrike">
                <a:solidFill>
                  <a:schemeClr val="dk1">
                    <a:lumMod val="75000"/>
                    <a:lumOff val="25000"/>
                  </a:schemeClr>
                </a:solidFill>
                <a:latin typeface="Calibri"/>
              </a:rPr>
              <a:t>Интеграционные тесты — проверка взаимодействия компонентов.</a:t>
            </a:r>
            <a:endParaRPr b="0" lang="en-US" sz="18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0" lang="ru-RU" sz="1800" spc="-1" strike="noStrike">
                <a:solidFill>
                  <a:schemeClr val="dk1">
                    <a:lumMod val="75000"/>
                    <a:lumOff val="25000"/>
                  </a:schemeClr>
                </a:solidFill>
                <a:latin typeface="Calibri"/>
              </a:rPr>
              <a:t>Статический анализ — поиск уязвимостей или ошибок стиля (например, через SonarQube, Bandit).</a:t>
            </a:r>
            <a:endParaRPr b="0" lang="en-US" sz="18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1" lang="ru-RU" sz="2800" spc="-1" strike="noStrike">
                <a:solidFill>
                  <a:schemeClr val="dk1">
                    <a:lumMod val="75000"/>
                    <a:lumOff val="25000"/>
                  </a:schemeClr>
                </a:solidFill>
                <a:latin typeface="Calibri"/>
              </a:rPr>
              <a:t>Создание артефактов</a:t>
            </a:r>
            <a:endParaRPr b="0" lang="en-US" sz="28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0" lang="ru-RU" sz="2500" spc="-1" strike="noStrike">
                <a:solidFill>
                  <a:schemeClr val="dk1">
                    <a:lumMod val="75000"/>
                    <a:lumOff val="25000"/>
                  </a:schemeClr>
                </a:solidFill>
                <a:latin typeface="Calibri"/>
              </a:rPr>
              <a:t>— </a:t>
            </a:r>
            <a:r>
              <a:rPr b="0" lang="ru-RU" sz="2500" spc="-1" strike="noStrike">
                <a:solidFill>
                  <a:schemeClr val="dk1">
                    <a:lumMod val="75000"/>
                    <a:lumOff val="25000"/>
                  </a:schemeClr>
                </a:solidFill>
                <a:latin typeface="Calibri"/>
              </a:rPr>
              <a:t>Сохранение готовых билдов </a:t>
            </a:r>
            <a:r>
              <a:rPr b="0" lang="ru-RU" sz="2000" spc="-1" strike="noStrike">
                <a:solidFill>
                  <a:schemeClr val="dk1">
                    <a:lumMod val="75000"/>
                    <a:lumOff val="25000"/>
                  </a:schemeClr>
                </a:solidFill>
                <a:latin typeface="Calibri"/>
              </a:rPr>
              <a:t>(например, .jar, .exe, Docker-образов) для дальнейшего использования.</a:t>
            </a:r>
            <a:endParaRPr b="0" lang="en-US" sz="20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1" lang="ru-RU" sz="2800" spc="-1" strike="noStrike">
                <a:solidFill>
                  <a:schemeClr val="dk1">
                    <a:lumMod val="75000"/>
                    <a:lumOff val="25000"/>
                  </a:schemeClr>
                </a:solidFill>
                <a:latin typeface="Calibri"/>
              </a:rPr>
              <a:t>Уведомления</a:t>
            </a:r>
            <a:endParaRPr b="0" lang="en-US" sz="2800" spc="-1" strike="noStrike">
              <a:solidFill>
                <a:schemeClr val="dk1">
                  <a:lumMod val="75000"/>
                  <a:lumOff val="25000"/>
                </a:schemeClr>
              </a:solidFill>
              <a:latin typeface="Calibri"/>
            </a:endParaRPr>
          </a:p>
          <a:p>
            <a:pPr marL="91440" indent="-91440" defTabSz="914400">
              <a:lnSpc>
                <a:spcPct val="100000"/>
              </a:lnSpc>
              <a:buClr>
                <a:srgbClr val="1cade4"/>
              </a:buClr>
              <a:buFont typeface="Calibri"/>
              <a:buChar char=" "/>
            </a:pPr>
            <a:r>
              <a:rPr b="0" lang="ru-RU" sz="2500" spc="-1" strike="noStrike">
                <a:solidFill>
                  <a:schemeClr val="dk1">
                    <a:lumMod val="75000"/>
                    <a:lumOff val="25000"/>
                  </a:schemeClr>
                </a:solidFill>
                <a:latin typeface="Calibri"/>
              </a:rPr>
              <a:t>— </a:t>
            </a:r>
            <a:r>
              <a:rPr b="0" lang="ru-RU" sz="2500" spc="-1" strike="noStrike">
                <a:solidFill>
                  <a:schemeClr val="dk1">
                    <a:lumMod val="75000"/>
                    <a:lumOff val="25000"/>
                  </a:schemeClr>
                </a:solidFill>
                <a:latin typeface="Calibri"/>
              </a:rPr>
              <a:t>Отправка результатов (успех/провал) в Slack, почту или чат.</a:t>
            </a:r>
            <a:endParaRPr b="0" lang="en-US" sz="25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1097280" y="0"/>
            <a:ext cx="10058040" cy="1450440"/>
          </a:xfrm>
          <a:prstGeom prst="rect">
            <a:avLst/>
          </a:prstGeom>
          <a:noFill/>
          <a:ln w="0">
            <a:noFill/>
          </a:ln>
        </p:spPr>
        <p:txBody>
          <a:bodyPr lIns="91440" rIns="91440" tIns="45720" bIns="45720" anchor="b">
            <a:noAutofit/>
          </a:bodyPr>
          <a:p>
            <a:pPr indent="0" defTabSz="914400">
              <a:lnSpc>
                <a:spcPct val="85000"/>
              </a:lnSpc>
              <a:buNone/>
            </a:pPr>
            <a:r>
              <a:rPr b="1" lang="ru-RU" sz="4800" spc="-52" strike="noStrike">
                <a:solidFill>
                  <a:schemeClr val="dk1">
                    <a:lumMod val="75000"/>
                    <a:lumOff val="25000"/>
                  </a:schemeClr>
                </a:solidFill>
                <a:latin typeface="Calibri Light"/>
              </a:rPr>
              <a:t>Пример </a:t>
            </a:r>
            <a:r>
              <a:rPr b="1" lang="en-US" sz="4800" spc="-52" strike="noStrike">
                <a:solidFill>
                  <a:schemeClr val="dk1">
                    <a:lumMod val="75000"/>
                    <a:lumOff val="25000"/>
                  </a:schemeClr>
                </a:solidFill>
                <a:latin typeface="Calibri Light"/>
              </a:rPr>
              <a:t>CI-</a:t>
            </a:r>
            <a:r>
              <a:rPr b="1" lang="ru-RU" sz="4800" spc="-52" strike="noStrike">
                <a:solidFill>
                  <a:schemeClr val="dk1">
                    <a:lumMod val="75000"/>
                    <a:lumOff val="25000"/>
                  </a:schemeClr>
                </a:solidFill>
                <a:latin typeface="Calibri Light"/>
              </a:rPr>
              <a:t>пайплайна на </a:t>
            </a:r>
            <a:r>
              <a:rPr b="1" lang="en-US" sz="4800" spc="-52" strike="noStrike">
                <a:solidFill>
                  <a:schemeClr val="dk1">
                    <a:lumMod val="75000"/>
                    <a:lumOff val="25000"/>
                  </a:schemeClr>
                </a:solidFill>
                <a:latin typeface="Calibri Light"/>
              </a:rPr>
              <a:t>GitHub Actions</a:t>
            </a:r>
            <a:br>
              <a:rPr sz="4800"/>
            </a:br>
            <a:endParaRPr b="0" lang="en-US" sz="4800" spc="-1" strike="noStrike">
              <a:solidFill>
                <a:schemeClr val="dk1"/>
              </a:solidFill>
              <a:latin typeface="Calibri"/>
            </a:endParaRPr>
          </a:p>
        </p:txBody>
      </p:sp>
      <p:sp>
        <p:nvSpPr>
          <p:cNvPr id="161" name="PlaceHolder 2"/>
          <p:cNvSpPr>
            <a:spLocks noGrp="1"/>
          </p:cNvSpPr>
          <p:nvPr>
            <p:ph/>
          </p:nvPr>
        </p:nvSpPr>
        <p:spPr>
          <a:xfrm>
            <a:off x="1097280" y="1845720"/>
            <a:ext cx="10058040" cy="4023000"/>
          </a:xfrm>
          <a:prstGeom prst="rect">
            <a:avLst/>
          </a:prstGeom>
          <a:noFill/>
          <a:ln w="0">
            <a:noFill/>
          </a:ln>
        </p:spPr>
        <p:txBody>
          <a:bodyPr lIns="0" rIns="0" tIns="45720" bIns="45720" anchor="t">
            <a:noAutofit/>
          </a:bodyPr>
          <a:p>
            <a:pPr indent="0">
              <a:lnSpc>
                <a:spcPct val="90000"/>
              </a:lnSpc>
              <a:spcBef>
                <a:spcPts val="1417"/>
              </a:spcBef>
              <a:buNone/>
            </a:pPr>
            <a:endParaRPr b="0" lang="en-US" sz="2000" spc="-1" strike="noStrike">
              <a:solidFill>
                <a:schemeClr val="dk1">
                  <a:lumMod val="75000"/>
                  <a:lumOff val="25000"/>
                </a:schemeClr>
              </a:solidFill>
              <a:latin typeface="Calibri"/>
            </a:endParaRPr>
          </a:p>
        </p:txBody>
      </p:sp>
      <p:pic>
        <p:nvPicPr>
          <p:cNvPr id="162" name="Рисунок 3" descr=""/>
          <p:cNvPicPr/>
          <p:nvPr/>
        </p:nvPicPr>
        <p:blipFill>
          <a:blip r:embed="rId1"/>
          <a:stretch/>
        </p:blipFill>
        <p:spPr>
          <a:xfrm>
            <a:off x="755640" y="884160"/>
            <a:ext cx="5366520" cy="5801040"/>
          </a:xfrm>
          <a:prstGeom prst="rect">
            <a:avLst/>
          </a:prstGeom>
          <a:ln w="0">
            <a:noFill/>
          </a:ln>
        </p:spPr>
      </p:pic>
      <p:pic>
        <p:nvPicPr>
          <p:cNvPr id="163" name="Рисунок 4" descr=""/>
          <p:cNvPicPr/>
          <p:nvPr/>
        </p:nvPicPr>
        <p:blipFill>
          <a:blip r:embed="rId2"/>
          <a:stretch/>
        </p:blipFill>
        <p:spPr>
          <a:xfrm>
            <a:off x="6254640" y="4862880"/>
            <a:ext cx="5486760" cy="12664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lumMod val="75000"/>
                    <a:lumOff val="25000"/>
                  </a:schemeClr>
                </a:solidFill>
                <a:latin typeface="Calibri Light"/>
              </a:rPr>
              <a:t>CD-пайплайн (Continuous Delivery/Deployment Pipeline)</a:t>
            </a:r>
            <a:endParaRPr b="0" lang="en-US" sz="4800" spc="-1" strike="noStrike">
              <a:solidFill>
                <a:schemeClr val="dk1"/>
              </a:solidFill>
              <a:latin typeface="Calibri"/>
            </a:endParaRPr>
          </a:p>
        </p:txBody>
      </p:sp>
      <p:sp>
        <p:nvSpPr>
          <p:cNvPr id="165" name="PlaceHolder 2"/>
          <p:cNvSpPr>
            <a:spLocks noGrp="1"/>
          </p:cNvSpPr>
          <p:nvPr>
            <p:ph/>
          </p:nvPr>
        </p:nvSpPr>
        <p:spPr>
          <a:xfrm>
            <a:off x="1097280" y="1845720"/>
            <a:ext cx="10058040" cy="402300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Calibri"/>
              <a:buChar char=" "/>
            </a:pPr>
            <a:r>
              <a:rPr b="1" lang="ru-RU" sz="2800" spc="-1" strike="noStrike">
                <a:solidFill>
                  <a:schemeClr val="dk1">
                    <a:lumMod val="75000"/>
                    <a:lumOff val="25000"/>
                  </a:schemeClr>
                </a:solidFill>
                <a:latin typeface="Calibri"/>
              </a:rPr>
              <a:t>CD-пайплайн (Continuous Delivery/Deployment Pipeline) </a:t>
            </a:r>
            <a:r>
              <a:rPr b="0" lang="ru-RU" sz="2800" spc="-1" strike="noStrike">
                <a:solidFill>
                  <a:schemeClr val="dk1">
                    <a:lumMod val="75000"/>
                    <a:lumOff val="25000"/>
                  </a:schemeClr>
                </a:solidFill>
                <a:latin typeface="Calibri"/>
              </a:rPr>
              <a:t>— это автоматизированный процесс, который доставляет ваш код в нужные среды (тестовые, промежуточные, прод) и разворачивает его. </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2800" spc="-1" strike="noStrike">
                <a:solidFill>
                  <a:schemeClr val="dk1">
                    <a:lumMod val="75000"/>
                    <a:lumOff val="25000"/>
                  </a:schemeClr>
                </a:solidFill>
                <a:latin typeface="Calibri"/>
              </a:rPr>
              <a:t>Если CI-пайплайн проверяет код, то CD-пайплайн готовит его к релизу и автоматически выпускает (если всё настроено).</a:t>
            </a:r>
            <a:endParaRPr b="0" lang="en-US" sz="28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1" lang="ru-RU" sz="4800" spc="-52" strike="noStrike">
                <a:solidFill>
                  <a:schemeClr val="dk1">
                    <a:lumMod val="75000"/>
                    <a:lumOff val="25000"/>
                  </a:schemeClr>
                </a:solidFill>
                <a:latin typeface="Calibri Light"/>
              </a:rPr>
              <a:t>Два варианта CD:</a:t>
            </a:r>
            <a:br>
              <a:rPr sz="4800"/>
            </a:br>
            <a:endParaRPr b="0" lang="en-US" sz="4800" spc="-1" strike="noStrike">
              <a:solidFill>
                <a:schemeClr val="dk1"/>
              </a:solidFill>
              <a:latin typeface="Calibri"/>
            </a:endParaRPr>
          </a:p>
        </p:txBody>
      </p:sp>
      <p:sp>
        <p:nvSpPr>
          <p:cNvPr id="167" name="PlaceHolder 2"/>
          <p:cNvSpPr>
            <a:spLocks noGrp="1"/>
          </p:cNvSpPr>
          <p:nvPr>
            <p:ph/>
          </p:nvPr>
        </p:nvSpPr>
        <p:spPr>
          <a:xfrm>
            <a:off x="1097280" y="1845720"/>
            <a:ext cx="10058040" cy="402300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Calibri"/>
              <a:buChar char=" "/>
            </a:pPr>
            <a:r>
              <a:rPr b="1" lang="ru-RU" sz="2800" spc="-1" strike="noStrike">
                <a:solidFill>
                  <a:schemeClr val="dk1">
                    <a:lumMod val="75000"/>
                    <a:lumOff val="25000"/>
                  </a:schemeClr>
                </a:solidFill>
                <a:latin typeface="Calibri"/>
              </a:rPr>
              <a:t>Continuous Delivery (Непрерывная доставка)</a:t>
            </a:r>
            <a:br>
              <a:rPr sz="2800"/>
            </a:br>
            <a:r>
              <a:rPr b="0" lang="ru-RU" sz="2500" spc="-1" strike="noStrike">
                <a:solidFill>
                  <a:schemeClr val="dk1">
                    <a:lumMod val="75000"/>
                    <a:lumOff val="25000"/>
                  </a:schemeClr>
                </a:solidFill>
                <a:latin typeface="Calibri"/>
              </a:rPr>
              <a:t>— Код после проверок автоматически </a:t>
            </a:r>
            <a:r>
              <a:rPr b="1" lang="ru-RU" sz="2500" spc="-1" strike="noStrike">
                <a:solidFill>
                  <a:schemeClr val="dk1">
                    <a:lumMod val="75000"/>
                    <a:lumOff val="25000"/>
                  </a:schemeClr>
                </a:solidFill>
                <a:latin typeface="Calibri"/>
              </a:rPr>
              <a:t>подготавливается к релизу</a:t>
            </a:r>
            <a:r>
              <a:rPr b="0" lang="ru-RU" sz="2500" spc="-1" strike="noStrike">
                <a:solidFill>
                  <a:schemeClr val="dk1">
                    <a:lumMod val="75000"/>
                    <a:lumOff val="25000"/>
                  </a:schemeClr>
                </a:solidFill>
                <a:latin typeface="Calibri"/>
              </a:rPr>
              <a:t> (например, собирается в артефакт), но развертывание в прод </a:t>
            </a:r>
            <a:r>
              <a:rPr b="1" lang="ru-RU" sz="2500" spc="-1" strike="noStrike">
                <a:solidFill>
                  <a:schemeClr val="dk1">
                    <a:lumMod val="75000"/>
                    <a:lumOff val="25000"/>
                  </a:schemeClr>
                </a:solidFill>
                <a:latin typeface="Calibri"/>
              </a:rPr>
              <a:t>требует ручного подтверждения</a:t>
            </a:r>
            <a:r>
              <a:rPr b="0" lang="ru-RU" sz="2500" spc="-1" strike="noStrike">
                <a:solidFill>
                  <a:schemeClr val="dk1">
                    <a:lumMod val="75000"/>
                    <a:lumOff val="25000"/>
                  </a:schemeClr>
                </a:solidFill>
                <a:latin typeface="Calibri"/>
              </a:rPr>
              <a:t> (например, нажатие кнопки «Выпустить»).</a:t>
            </a:r>
            <a:endParaRPr b="0" lang="en-US" sz="25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5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1" lang="ru-RU" sz="2800" spc="-1" strike="noStrike">
                <a:solidFill>
                  <a:schemeClr val="dk1">
                    <a:lumMod val="75000"/>
                    <a:lumOff val="25000"/>
                  </a:schemeClr>
                </a:solidFill>
                <a:latin typeface="Calibri"/>
              </a:rPr>
              <a:t>Continuous Deployment (Непрерывное развертывание)</a:t>
            </a:r>
            <a:br>
              <a:rPr sz="2800"/>
            </a:br>
            <a:r>
              <a:rPr b="0" lang="ru-RU" sz="2500" spc="-1" strike="noStrike">
                <a:solidFill>
                  <a:schemeClr val="dk1">
                    <a:lumMod val="75000"/>
                    <a:lumOff val="25000"/>
                  </a:schemeClr>
                </a:solidFill>
                <a:latin typeface="Calibri"/>
              </a:rPr>
              <a:t>— Код </a:t>
            </a:r>
            <a:r>
              <a:rPr b="1" lang="ru-RU" sz="2500" spc="-1" strike="noStrike">
                <a:solidFill>
                  <a:schemeClr val="dk1">
                    <a:lumMod val="75000"/>
                    <a:lumOff val="25000"/>
                  </a:schemeClr>
                </a:solidFill>
                <a:latin typeface="Calibri"/>
              </a:rPr>
              <a:t>автоматически попадает в прод</a:t>
            </a:r>
            <a:r>
              <a:rPr b="0" lang="ru-RU" sz="2500" spc="-1" strike="noStrike">
                <a:solidFill>
                  <a:schemeClr val="dk1">
                    <a:lumMod val="75000"/>
                    <a:lumOff val="25000"/>
                  </a:schemeClr>
                </a:solidFill>
                <a:latin typeface="Calibri"/>
              </a:rPr>
              <a:t> после успешных проверок (без ручного вмешательства).</a:t>
            </a:r>
            <a:endParaRPr b="0" lang="en-US" sz="25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8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lumMod val="75000"/>
                    <a:lumOff val="25000"/>
                  </a:schemeClr>
                </a:solidFill>
                <a:latin typeface="Calibri Light"/>
              </a:rPr>
              <a:t>Из чего состоит CD-пайплайн?</a:t>
            </a:r>
            <a:br>
              <a:rPr sz="4800"/>
            </a:br>
            <a:endParaRPr b="0" lang="en-US" sz="4800" spc="-1" strike="noStrike">
              <a:solidFill>
                <a:schemeClr val="dk1"/>
              </a:solidFill>
              <a:latin typeface="Calibri"/>
            </a:endParaRPr>
          </a:p>
        </p:txBody>
      </p:sp>
      <p:sp>
        <p:nvSpPr>
          <p:cNvPr id="169" name="PlaceHolder 2"/>
          <p:cNvSpPr>
            <a:spLocks noGrp="1"/>
          </p:cNvSpPr>
          <p:nvPr>
            <p:ph/>
          </p:nvPr>
        </p:nvSpPr>
        <p:spPr>
          <a:xfrm>
            <a:off x="132480" y="1328760"/>
            <a:ext cx="11767680" cy="4023000"/>
          </a:xfrm>
          <a:prstGeom prst="rect">
            <a:avLst/>
          </a:prstGeom>
          <a:noFill/>
          <a:ln w="0">
            <a:noFill/>
          </a:ln>
        </p:spPr>
        <p:txBody>
          <a:bodyPr lIns="0" rIns="0" tIns="45720" bIns="45720" anchor="t">
            <a:noAutofit/>
          </a:bodyPr>
          <a:p>
            <a:pPr marL="91440" indent="-91440" defTabSz="914400">
              <a:lnSpc>
                <a:spcPct val="90000"/>
              </a:lnSpc>
              <a:spcAft>
                <a:spcPts val="201"/>
              </a:spcAft>
              <a:buClr>
                <a:srgbClr val="1cade4"/>
              </a:buClr>
              <a:buFont typeface="Calibri"/>
              <a:buChar char=" "/>
            </a:pPr>
            <a:r>
              <a:rPr b="1" lang="ru-RU" sz="2800" spc="-1" strike="noStrike">
                <a:solidFill>
                  <a:schemeClr val="dk1">
                    <a:lumMod val="75000"/>
                    <a:lumOff val="25000"/>
                  </a:schemeClr>
                </a:solidFill>
                <a:latin typeface="Calibri"/>
              </a:rPr>
              <a:t>Деплой в тестовую среду</a:t>
            </a:r>
            <a:endParaRPr b="0" lang="en-US" sz="28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0" lang="ru-RU" sz="2000" spc="-1" strike="noStrike">
                <a:solidFill>
                  <a:schemeClr val="dk1">
                    <a:lumMod val="75000"/>
                    <a:lumOff val="25000"/>
                  </a:schemeClr>
                </a:solidFill>
                <a:latin typeface="Calibri"/>
              </a:rPr>
              <a:t>— </a:t>
            </a:r>
            <a:r>
              <a:rPr b="0" lang="ru-RU" sz="2000" spc="-1" strike="noStrike">
                <a:solidFill>
                  <a:schemeClr val="dk1">
                    <a:lumMod val="75000"/>
                    <a:lumOff val="25000"/>
                  </a:schemeClr>
                </a:solidFill>
                <a:latin typeface="Calibri"/>
              </a:rPr>
              <a:t>Развертывание кода на сервер для тестирования (например, с помощью Docker или Kubernetes).</a:t>
            </a:r>
            <a:endParaRPr b="0" lang="en-US" sz="20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1" lang="ru-RU" sz="2800" spc="-1" strike="noStrike">
                <a:solidFill>
                  <a:schemeClr val="dk1">
                    <a:lumMod val="75000"/>
                    <a:lumOff val="25000"/>
                  </a:schemeClr>
                </a:solidFill>
                <a:latin typeface="Calibri"/>
              </a:rPr>
              <a:t>Дополнительные проверки</a:t>
            </a:r>
            <a:endParaRPr b="0" lang="en-US" sz="28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0" lang="ru-RU" sz="2000" spc="-1" strike="noStrike">
                <a:solidFill>
                  <a:schemeClr val="dk1">
                    <a:lumMod val="75000"/>
                    <a:lumOff val="25000"/>
                  </a:schemeClr>
                </a:solidFill>
                <a:latin typeface="Calibri"/>
              </a:rPr>
              <a:t>— </a:t>
            </a:r>
            <a:r>
              <a:rPr b="0" lang="ru-RU" sz="2000" spc="-1" strike="noStrike">
                <a:solidFill>
                  <a:schemeClr val="dk1">
                    <a:lumMod val="75000"/>
                    <a:lumOff val="25000"/>
                  </a:schemeClr>
                </a:solidFill>
                <a:latin typeface="Calibri"/>
              </a:rPr>
              <a:t>Интеграционные тесты, нагрузочное тестирование, проверки безопасности.</a:t>
            </a:r>
            <a:endParaRPr b="0" lang="en-US" sz="20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1" lang="ru-RU" sz="2800" spc="-1" strike="noStrike">
                <a:solidFill>
                  <a:schemeClr val="dk1">
                    <a:lumMod val="75000"/>
                    <a:lumOff val="25000"/>
                  </a:schemeClr>
                </a:solidFill>
                <a:latin typeface="Calibri"/>
              </a:rPr>
              <a:t>Ручное/автоматическое подтверждение</a:t>
            </a:r>
            <a:endParaRPr b="0" lang="en-US" sz="28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0" lang="ru-RU" sz="2000" spc="-1" strike="noStrike">
                <a:solidFill>
                  <a:schemeClr val="dk1">
                    <a:lumMod val="75000"/>
                    <a:lumOff val="25000"/>
                  </a:schemeClr>
                </a:solidFill>
                <a:latin typeface="Calibri"/>
              </a:rPr>
              <a:t>— </a:t>
            </a:r>
            <a:r>
              <a:rPr b="0" lang="ru-RU" sz="2000" spc="-1" strike="noStrike">
                <a:solidFill>
                  <a:schemeClr val="dk1">
                    <a:lumMod val="75000"/>
                    <a:lumOff val="25000"/>
                  </a:schemeClr>
                </a:solidFill>
                <a:latin typeface="Calibri"/>
              </a:rPr>
              <a:t>Для Continuous Delivery: ожидание подтверждения от команды.</a:t>
            </a:r>
            <a:endParaRPr b="0" lang="en-US" sz="20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0" lang="ru-RU" sz="2000" spc="-1" strike="noStrike">
                <a:solidFill>
                  <a:schemeClr val="dk1">
                    <a:lumMod val="75000"/>
                    <a:lumOff val="25000"/>
                  </a:schemeClr>
                </a:solidFill>
                <a:latin typeface="Calibri"/>
              </a:rPr>
              <a:t>— </a:t>
            </a:r>
            <a:r>
              <a:rPr b="0" lang="ru-RU" sz="2000" spc="-1" strike="noStrike">
                <a:solidFill>
                  <a:schemeClr val="dk1">
                    <a:lumMod val="75000"/>
                    <a:lumOff val="25000"/>
                  </a:schemeClr>
                </a:solidFill>
                <a:latin typeface="Calibri"/>
              </a:rPr>
              <a:t>Для Continuous Deployment: автоматический переход к следующему шагу</a:t>
            </a:r>
            <a:r>
              <a:rPr b="0" lang="ru-RU" sz="2800" spc="-1" strike="noStrike">
                <a:solidFill>
                  <a:schemeClr val="dk1">
                    <a:lumMod val="75000"/>
                    <a:lumOff val="25000"/>
                  </a:schemeClr>
                </a:solidFill>
                <a:latin typeface="Calibri"/>
              </a:rPr>
              <a:t>.</a:t>
            </a:r>
            <a:endParaRPr b="0" lang="en-US" sz="28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1" lang="ru-RU" sz="2800" spc="-1" strike="noStrike">
                <a:solidFill>
                  <a:schemeClr val="dk1">
                    <a:lumMod val="75000"/>
                    <a:lumOff val="25000"/>
                  </a:schemeClr>
                </a:solidFill>
                <a:latin typeface="Calibri"/>
              </a:rPr>
              <a:t>Деплой в прод</a:t>
            </a:r>
            <a:endParaRPr b="0" lang="en-US" sz="28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0" lang="ru-RU" sz="2000" spc="-1" strike="noStrike">
                <a:solidFill>
                  <a:schemeClr val="dk1">
                    <a:lumMod val="75000"/>
                    <a:lumOff val="25000"/>
                  </a:schemeClr>
                </a:solidFill>
                <a:latin typeface="Calibri"/>
              </a:rPr>
              <a:t>— </a:t>
            </a:r>
            <a:r>
              <a:rPr b="0" lang="ru-RU" sz="2000" spc="-1" strike="noStrike">
                <a:solidFill>
                  <a:schemeClr val="dk1">
                    <a:lumMod val="75000"/>
                    <a:lumOff val="25000"/>
                  </a:schemeClr>
                </a:solidFill>
                <a:latin typeface="Calibri"/>
              </a:rPr>
              <a:t>Обновление продакшен-серверов новой версией кода.</a:t>
            </a:r>
            <a:endParaRPr b="0" lang="en-US" sz="20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1" lang="ru-RU" sz="2800" spc="-1" strike="noStrike">
                <a:solidFill>
                  <a:schemeClr val="dk1">
                    <a:lumMod val="75000"/>
                    <a:lumOff val="25000"/>
                  </a:schemeClr>
                </a:solidFill>
                <a:latin typeface="Calibri"/>
              </a:rPr>
              <a:t>Откат (Rollback)</a:t>
            </a:r>
            <a:endParaRPr b="0" lang="en-US" sz="2800" spc="-1" strike="noStrike">
              <a:solidFill>
                <a:schemeClr val="dk1">
                  <a:lumMod val="75000"/>
                  <a:lumOff val="25000"/>
                </a:schemeClr>
              </a:solidFill>
              <a:latin typeface="Calibri"/>
            </a:endParaRPr>
          </a:p>
          <a:p>
            <a:pPr marL="91440" indent="-91440" defTabSz="914400">
              <a:lnSpc>
                <a:spcPct val="90000"/>
              </a:lnSpc>
              <a:spcAft>
                <a:spcPts val="201"/>
              </a:spcAft>
              <a:buClr>
                <a:srgbClr val="1cade4"/>
              </a:buClr>
              <a:buFont typeface="Calibri"/>
              <a:buChar char=" "/>
            </a:pPr>
            <a:r>
              <a:rPr b="0" lang="ru-RU" sz="2000" spc="-1" strike="noStrike">
                <a:solidFill>
                  <a:schemeClr val="dk1">
                    <a:lumMod val="75000"/>
                    <a:lumOff val="25000"/>
                  </a:schemeClr>
                </a:solidFill>
                <a:latin typeface="Calibri"/>
              </a:rPr>
              <a:t>— </a:t>
            </a:r>
            <a:r>
              <a:rPr b="0" lang="ru-RU" sz="2000" spc="-1" strike="noStrike">
                <a:solidFill>
                  <a:schemeClr val="dk1">
                    <a:lumMod val="75000"/>
                    <a:lumOff val="25000"/>
                  </a:schemeClr>
                </a:solidFill>
                <a:latin typeface="Calibri"/>
              </a:rPr>
              <a:t>Если что-то пошло не так, автоматически возвращается предыдущая стабильная версия.</a:t>
            </a:r>
            <a:endParaRPr b="0" lang="en-US" sz="20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132480" y="258480"/>
            <a:ext cx="11287800" cy="933480"/>
          </a:xfrm>
          <a:prstGeom prst="rect">
            <a:avLst/>
          </a:prstGeom>
          <a:noFill/>
          <a:ln w="0">
            <a:noFill/>
          </a:ln>
        </p:spPr>
        <p:txBody>
          <a:bodyPr lIns="91440" rIns="91440" tIns="45720" bIns="45720" anchor="b">
            <a:normAutofit fontScale="62095"/>
          </a:bodyPr>
          <a:p>
            <a:pPr indent="0" defTabSz="914400">
              <a:lnSpc>
                <a:spcPct val="85000"/>
              </a:lnSpc>
              <a:buNone/>
            </a:pPr>
            <a:r>
              <a:rPr b="1" lang="ru-RU" sz="4800" spc="-52" strike="noStrike">
                <a:solidFill>
                  <a:schemeClr val="dk1">
                    <a:lumMod val="75000"/>
                    <a:lumOff val="25000"/>
                  </a:schemeClr>
                </a:solidFill>
                <a:latin typeface="Calibri Light"/>
              </a:rPr>
              <a:t>Пример </a:t>
            </a:r>
            <a:r>
              <a:rPr b="1" lang="en-US" sz="4800" spc="-52" strike="noStrike">
                <a:solidFill>
                  <a:schemeClr val="dk1">
                    <a:lumMod val="75000"/>
                    <a:lumOff val="25000"/>
                  </a:schemeClr>
                </a:solidFill>
                <a:latin typeface="Calibri Light"/>
              </a:rPr>
              <a:t>CD-</a:t>
            </a:r>
            <a:r>
              <a:rPr b="1" lang="ru-RU" sz="4800" spc="-52" strike="noStrike">
                <a:solidFill>
                  <a:schemeClr val="dk1">
                    <a:lumMod val="75000"/>
                    <a:lumOff val="25000"/>
                  </a:schemeClr>
                </a:solidFill>
                <a:latin typeface="Calibri Light"/>
              </a:rPr>
              <a:t>пайплайна </a:t>
            </a:r>
            <a:r>
              <a:rPr b="1" lang="en-US" sz="4800" spc="-52" strike="noStrike">
                <a:solidFill>
                  <a:schemeClr val="dk1">
                    <a:lumMod val="75000"/>
                    <a:lumOff val="25000"/>
                  </a:schemeClr>
                </a:solidFill>
                <a:latin typeface="Calibri Light"/>
              </a:rPr>
              <a:t>(GitHub Actions + AWS):</a:t>
            </a:r>
            <a:br>
              <a:rPr sz="4800"/>
            </a:br>
            <a:endParaRPr b="0" lang="en-US" sz="4800" spc="-1" strike="noStrike">
              <a:solidFill>
                <a:schemeClr val="dk1"/>
              </a:solidFill>
              <a:latin typeface="Calibri"/>
            </a:endParaRPr>
          </a:p>
        </p:txBody>
      </p:sp>
      <p:pic>
        <p:nvPicPr>
          <p:cNvPr id="171" name="Рисунок 6" descr=""/>
          <p:cNvPicPr/>
          <p:nvPr/>
        </p:nvPicPr>
        <p:blipFill>
          <a:blip r:embed="rId1"/>
          <a:stretch/>
        </p:blipFill>
        <p:spPr>
          <a:xfrm>
            <a:off x="63000" y="675720"/>
            <a:ext cx="5290560" cy="6181200"/>
          </a:xfrm>
          <a:prstGeom prst="rect">
            <a:avLst/>
          </a:prstGeom>
          <a:ln w="0">
            <a:noFill/>
          </a:ln>
        </p:spPr>
      </p:pic>
      <p:pic>
        <p:nvPicPr>
          <p:cNvPr id="172" name="Рисунок 7" descr=""/>
          <p:cNvPicPr/>
          <p:nvPr/>
        </p:nvPicPr>
        <p:blipFill>
          <a:blip r:embed="rId2"/>
          <a:stretch/>
        </p:blipFill>
        <p:spPr>
          <a:xfrm>
            <a:off x="3601080" y="944640"/>
            <a:ext cx="8590680" cy="1572840"/>
          </a:xfrm>
          <a:prstGeom prst="rect">
            <a:avLst/>
          </a:prstGeom>
          <a:ln w="0">
            <a:noFill/>
          </a:ln>
        </p:spPr>
      </p:pic>
      <p:sp>
        <p:nvSpPr>
          <p:cNvPr id="173" name="Прямоугольник 8"/>
          <p:cNvSpPr/>
          <p:nvPr/>
        </p:nvSpPr>
        <p:spPr>
          <a:xfrm>
            <a:off x="5410440" y="2613240"/>
            <a:ext cx="6680160" cy="3655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1800" spc="-1" strike="noStrike">
                <a:solidFill>
                  <a:schemeClr val="dk1"/>
                </a:solidFill>
                <a:latin typeface="Calibri"/>
              </a:rPr>
              <a:t>Важно:</a:t>
            </a:r>
            <a:endParaRPr b="0" lang="en-US" sz="1800" spc="-1" strike="noStrike">
              <a:solidFill>
                <a:srgbClr val="000000"/>
              </a:solidFill>
              <a:latin typeface="Arial"/>
            </a:endParaRPr>
          </a:p>
          <a:p>
            <a:pPr defTabSz="914400">
              <a:lnSpc>
                <a:spcPct val="100000"/>
              </a:lnSpc>
            </a:pPr>
            <a:r>
              <a:rPr b="0" lang="ru-RU" sz="1800" spc="-1" strike="noStrike">
                <a:solidFill>
                  <a:schemeClr val="dk1"/>
                </a:solidFill>
                <a:latin typeface="Calibri"/>
              </a:rPr>
              <a:t>Секреты (AWS_ACCESS_KEY и AWS_SECRET_KEY) нужно заранее добавить в настройках репозитория (Settings → Secrets).</a:t>
            </a: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defTabSz="914400">
              <a:lnSpc>
                <a:spcPct val="100000"/>
              </a:lnSpc>
            </a:pPr>
            <a:r>
              <a:rPr b="0" lang="ru-RU" sz="1800" spc="-1" strike="noStrike">
                <a:solidFill>
                  <a:schemeClr val="dk1"/>
                </a:solidFill>
                <a:latin typeface="Calibri"/>
              </a:rPr>
              <a:t>Бакет S3 (my-bucket) должен быть создан в AWS, а у ключей доступа — права на запись в него.</a:t>
            </a: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defTabSz="914400">
              <a:lnSpc>
                <a:spcPct val="100000"/>
              </a:lnSpc>
            </a:pPr>
            <a:r>
              <a:rPr b="0" lang="ru-RU" sz="1800" spc="-1" strike="noStrike">
                <a:solidFill>
                  <a:schemeClr val="dk1"/>
                </a:solidFill>
                <a:latin typeface="Calibri"/>
              </a:rPr>
              <a:t>Папка dist/ должна существовать после сборки (если у вас другой путь, исправьте команду).</a:t>
            </a: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defTabSz="914400">
              <a:lnSpc>
                <a:spcPct val="100000"/>
              </a:lnSpc>
            </a:pPr>
            <a:r>
              <a:rPr b="0" lang="ru-RU" sz="1800" spc="-1" strike="noStrike">
                <a:solidFill>
                  <a:schemeClr val="dk1"/>
                </a:solidFill>
                <a:latin typeface="Calibri"/>
              </a:rPr>
              <a:t>Если всё настроено правильно, ваш статический сайт (например, на React или Vue) будет автоматически обновляться при каждом пуше в main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4" name="Рисунок 3" descr=""/>
          <p:cNvPicPr/>
          <p:nvPr/>
        </p:nvPicPr>
        <p:blipFill>
          <a:blip r:embed="rId1"/>
          <a:stretch/>
        </p:blipFill>
        <p:spPr>
          <a:xfrm>
            <a:off x="553320" y="1179360"/>
            <a:ext cx="11232360" cy="455832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5" name="Рисунок 1" descr=""/>
          <p:cNvPicPr/>
          <p:nvPr/>
        </p:nvPicPr>
        <p:blipFill>
          <a:blip r:embed="rId1"/>
          <a:stretch/>
        </p:blipFill>
        <p:spPr>
          <a:xfrm>
            <a:off x="918360" y="1603440"/>
            <a:ext cx="10523880" cy="37101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0" y="286560"/>
            <a:ext cx="11753640" cy="779760"/>
          </a:xfrm>
          <a:prstGeom prst="rect">
            <a:avLst/>
          </a:prstGeom>
          <a:noFill/>
          <a:ln w="0">
            <a:noFill/>
          </a:ln>
        </p:spPr>
        <p:txBody>
          <a:bodyPr lIns="91440" rIns="91440" tIns="45720" bIns="45720" anchor="b">
            <a:normAutofit fontScale="87308"/>
          </a:bodyPr>
          <a:p>
            <a:pPr indent="0" defTabSz="914400">
              <a:lnSpc>
                <a:spcPct val="85000"/>
              </a:lnSpc>
              <a:buNone/>
            </a:pPr>
            <a:r>
              <a:rPr b="0" lang="ru-RU" sz="4800" spc="-52" strike="noStrike">
                <a:solidFill>
                  <a:schemeClr val="dk1">
                    <a:lumMod val="75000"/>
                    <a:lumOff val="25000"/>
                  </a:schemeClr>
                </a:solidFill>
                <a:latin typeface="Calibri Light"/>
              </a:rPr>
              <a:t>Основы </a:t>
            </a:r>
            <a:r>
              <a:rPr b="0" lang="en-US" sz="4800" spc="-52" strike="noStrike">
                <a:solidFill>
                  <a:schemeClr val="dk1">
                    <a:lumMod val="75000"/>
                    <a:lumOff val="25000"/>
                  </a:schemeClr>
                </a:solidFill>
                <a:latin typeface="Calibri Light"/>
              </a:rPr>
              <a:t>CI/CD</a:t>
            </a:r>
            <a:r>
              <a:rPr b="0" lang="ru-RU" sz="4800" spc="-52" strike="noStrike">
                <a:solidFill>
                  <a:schemeClr val="dk1">
                    <a:lumMod val="75000"/>
                    <a:lumOff val="25000"/>
                  </a:schemeClr>
                </a:solidFill>
                <a:latin typeface="Calibri Light"/>
              </a:rPr>
              <a:t> – преимущества и недостатки</a:t>
            </a:r>
            <a:endParaRPr b="0" lang="en-US" sz="4800" spc="-1" strike="noStrike">
              <a:solidFill>
                <a:schemeClr val="dk1"/>
              </a:solidFill>
              <a:latin typeface="Calibri"/>
            </a:endParaRPr>
          </a:p>
        </p:txBody>
      </p:sp>
      <p:graphicFrame>
        <p:nvGraphicFramePr>
          <p:cNvPr id="177" name="Объект 5"/>
          <p:cNvGraphicFramePr/>
          <p:nvPr/>
        </p:nvGraphicFramePr>
        <p:xfrm>
          <a:off x="1096920" y="1846440"/>
          <a:ext cx="10058040" cy="4059000"/>
        </p:xfrm>
        <a:graphic>
          <a:graphicData uri="http://schemas.openxmlformats.org/drawingml/2006/table">
            <a:tbl>
              <a:tblPr/>
              <a:tblGrid>
                <a:gridCol w="5029200"/>
                <a:gridCol w="5029200"/>
              </a:tblGrid>
              <a:tr h="766440">
                <a:tc>
                  <a:txBody>
                    <a:bodyPr anchor="t">
                      <a:noAutofit/>
                    </a:bodyPr>
                    <a:p>
                      <a:pPr algn="ctr" defTabSz="914400">
                        <a:lnSpc>
                          <a:spcPct val="100000"/>
                        </a:lnSpc>
                      </a:pPr>
                      <a:r>
                        <a:rPr b="0" lang="ru-RU" sz="2800" spc="-1" strike="noStrike">
                          <a:solidFill>
                            <a:schemeClr val="lt1"/>
                          </a:solidFill>
                          <a:latin typeface="Calibri"/>
                        </a:rPr>
                        <a:t>Преимущества</a:t>
                      </a:r>
                      <a:endParaRPr b="0" lang="en-US" sz="2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00000"/>
                        </a:lnSpc>
                      </a:pPr>
                      <a:r>
                        <a:rPr b="0" lang="ru-RU" sz="2800" spc="-1" strike="noStrike">
                          <a:solidFill>
                            <a:schemeClr val="lt1"/>
                          </a:solidFill>
                          <a:latin typeface="Calibri"/>
                        </a:rPr>
                        <a:t>Недостатки</a:t>
                      </a:r>
                      <a:endParaRPr b="0" lang="en-US" sz="2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292200">
                <a:tc>
                  <a:txBody>
                    <a:bodyPr anchor="t">
                      <a:noAutofit/>
                    </a:bodyPr>
                    <a:p>
                      <a:pPr marL="457200" indent="-457200" defTabSz="914400">
                        <a:lnSpc>
                          <a:spcPct val="100000"/>
                        </a:lnSpc>
                        <a:buClr>
                          <a:srgbClr val="000000"/>
                        </a:buClr>
                        <a:buFont typeface="Arial"/>
                        <a:buChar char="•"/>
                      </a:pPr>
                      <a:r>
                        <a:rPr b="0" lang="ru-RU" sz="2800" spc="-1" strike="noStrike">
                          <a:solidFill>
                            <a:schemeClr val="dk1"/>
                          </a:solidFill>
                          <a:latin typeface="Calibri"/>
                        </a:rPr>
                        <a:t>Сокращение сроков разработки</a:t>
                      </a:r>
                      <a:endParaRPr b="0" lang="en-US" sz="2800" spc="-1" strike="noStrike">
                        <a:solidFill>
                          <a:srgbClr val="000000"/>
                        </a:solidFill>
                        <a:latin typeface="Arial"/>
                      </a:endParaRPr>
                    </a:p>
                    <a:p>
                      <a:pPr marL="457200" indent="-457200" defTabSz="914400">
                        <a:lnSpc>
                          <a:spcPct val="100000"/>
                        </a:lnSpc>
                        <a:buClr>
                          <a:srgbClr val="000000"/>
                        </a:buClr>
                        <a:buFont typeface="Arial"/>
                        <a:buChar char="•"/>
                      </a:pPr>
                      <a:r>
                        <a:rPr b="0" lang="ru-RU" sz="2800" spc="-1" strike="noStrike">
                          <a:solidFill>
                            <a:schemeClr val="dk1"/>
                          </a:solidFill>
                          <a:latin typeface="Calibri"/>
                        </a:rPr>
                        <a:t>Отбор перспективных вариантов</a:t>
                      </a:r>
                      <a:endParaRPr b="0" lang="en-US" sz="2800" spc="-1" strike="noStrike">
                        <a:solidFill>
                          <a:srgbClr val="000000"/>
                        </a:solidFill>
                        <a:latin typeface="Arial"/>
                      </a:endParaRPr>
                    </a:p>
                    <a:p>
                      <a:pPr marL="457200" indent="-457200" defTabSz="914400">
                        <a:lnSpc>
                          <a:spcPct val="100000"/>
                        </a:lnSpc>
                        <a:buClr>
                          <a:srgbClr val="000000"/>
                        </a:buClr>
                        <a:buFont typeface="Arial"/>
                        <a:buChar char="•"/>
                      </a:pPr>
                      <a:r>
                        <a:rPr b="0" lang="ru-RU" sz="2800" spc="-1" strike="noStrike">
                          <a:solidFill>
                            <a:schemeClr val="dk1"/>
                          </a:solidFill>
                          <a:latin typeface="Calibri"/>
                        </a:rPr>
                        <a:t>Качество тестирования</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marL="285840" indent="-285840" defTabSz="914400">
                        <a:lnSpc>
                          <a:spcPct val="100000"/>
                        </a:lnSpc>
                        <a:buClr>
                          <a:srgbClr val="000000"/>
                        </a:buClr>
                        <a:buFont typeface="Arial"/>
                        <a:buChar char="•"/>
                      </a:pPr>
                      <a:r>
                        <a:rPr b="0" lang="ru-RU" sz="2800" spc="-1" strike="noStrike">
                          <a:solidFill>
                            <a:schemeClr val="dk1"/>
                          </a:solidFill>
                          <a:latin typeface="Calibri"/>
                        </a:rPr>
                        <a:t>Высокие требования к опыту</a:t>
                      </a:r>
                      <a:endParaRPr b="0" lang="en-US" sz="2800" spc="-1" strike="noStrike">
                        <a:solidFill>
                          <a:srgbClr val="000000"/>
                        </a:solidFill>
                        <a:latin typeface="Arial"/>
                      </a:endParaRPr>
                    </a:p>
                    <a:p>
                      <a:pPr marL="285840" indent="-285840" defTabSz="914400">
                        <a:lnSpc>
                          <a:spcPct val="100000"/>
                        </a:lnSpc>
                        <a:buClr>
                          <a:srgbClr val="000000"/>
                        </a:buClr>
                        <a:buFont typeface="Arial"/>
                        <a:buChar char="•"/>
                      </a:pPr>
                      <a:r>
                        <a:rPr b="0" lang="ru-RU" sz="2800" spc="-1" strike="noStrike">
                          <a:solidFill>
                            <a:schemeClr val="dk1"/>
                          </a:solidFill>
                          <a:latin typeface="Calibri"/>
                        </a:rPr>
                        <a:t>Сложность постоянного взаимодействия</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0" y="0"/>
            <a:ext cx="11753640" cy="779760"/>
          </a:xfrm>
          <a:prstGeom prst="rect">
            <a:avLst/>
          </a:prstGeom>
          <a:noFill/>
          <a:ln w="0">
            <a:noFill/>
          </a:ln>
        </p:spPr>
        <p:txBody>
          <a:bodyPr lIns="91440" rIns="91440" tIns="45720" bIns="45720" anchor="b">
            <a:normAutofit/>
          </a:bodyPr>
          <a:p>
            <a:pPr indent="0" defTabSz="914400">
              <a:lnSpc>
                <a:spcPct val="85000"/>
              </a:lnSpc>
              <a:buNone/>
            </a:pPr>
            <a:r>
              <a:rPr b="0" lang="ru-RU" sz="4800" spc="-52" strike="noStrike">
                <a:solidFill>
                  <a:schemeClr val="dk1">
                    <a:lumMod val="75000"/>
                    <a:lumOff val="25000"/>
                  </a:schemeClr>
                </a:solidFill>
                <a:latin typeface="Calibri Light"/>
              </a:rPr>
              <a:t>Основы </a:t>
            </a:r>
            <a:r>
              <a:rPr b="0" lang="en-US" sz="4800" spc="-52" strike="noStrike">
                <a:solidFill>
                  <a:schemeClr val="dk1">
                    <a:lumMod val="75000"/>
                    <a:lumOff val="25000"/>
                  </a:schemeClr>
                </a:solidFill>
                <a:latin typeface="Calibri Light"/>
              </a:rPr>
              <a:t>CI/CD</a:t>
            </a:r>
            <a:r>
              <a:rPr b="0" lang="ru-RU" sz="4800" spc="-52" strike="noStrike">
                <a:solidFill>
                  <a:schemeClr val="dk1">
                    <a:lumMod val="75000"/>
                    <a:lumOff val="25000"/>
                  </a:schemeClr>
                </a:solidFill>
                <a:latin typeface="Calibri Light"/>
              </a:rPr>
              <a:t> – инструменты</a:t>
            </a:r>
            <a:r>
              <a:rPr b="1" lang="ru-RU" sz="4800" spc="-52" strike="noStrike">
                <a:solidFill>
                  <a:schemeClr val="dk1">
                    <a:lumMod val="75000"/>
                    <a:lumOff val="25000"/>
                  </a:schemeClr>
                </a:solidFill>
                <a:latin typeface="Calibri Light"/>
              </a:rPr>
              <a:t> </a:t>
            </a:r>
            <a:endParaRPr b="0" lang="en-US" sz="4800" spc="-1" strike="noStrike">
              <a:solidFill>
                <a:schemeClr val="dk1"/>
              </a:solidFill>
              <a:latin typeface="Calibri"/>
            </a:endParaRPr>
          </a:p>
        </p:txBody>
      </p:sp>
      <p:sp>
        <p:nvSpPr>
          <p:cNvPr id="179" name="PlaceHolder 2"/>
          <p:cNvSpPr>
            <a:spLocks noGrp="1"/>
          </p:cNvSpPr>
          <p:nvPr>
            <p:ph/>
          </p:nvPr>
        </p:nvSpPr>
        <p:spPr>
          <a:xfrm>
            <a:off x="144720" y="1371600"/>
            <a:ext cx="3112560" cy="506700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GitLab</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Docker</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Travis-CI</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Jenkins</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PHP Censor</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Buddy</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Bamboo CI</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Circle CI</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en-US" sz="2800" spc="-1" strike="noStrike">
                <a:solidFill>
                  <a:schemeClr val="dk1">
                    <a:lumMod val="75000"/>
                    <a:lumOff val="25000"/>
                  </a:schemeClr>
                </a:solidFill>
                <a:latin typeface="Calibri"/>
              </a:rPr>
              <a:t>CodeShip</a:t>
            </a:r>
            <a:endParaRPr b="0" lang="en-US" sz="2800" spc="-1" strike="noStrike">
              <a:solidFill>
                <a:schemeClr val="dk1">
                  <a:lumMod val="75000"/>
                  <a:lumOff val="25000"/>
                </a:schemeClr>
              </a:solidFill>
              <a:latin typeface="Calibri"/>
            </a:endParaRPr>
          </a:p>
        </p:txBody>
      </p:sp>
      <p:pic>
        <p:nvPicPr>
          <p:cNvPr id="180" name="Рисунок 3" descr="Вырезка экрана"/>
          <p:cNvPicPr/>
          <p:nvPr/>
        </p:nvPicPr>
        <p:blipFill>
          <a:blip r:embed="rId1"/>
          <a:stretch/>
        </p:blipFill>
        <p:spPr>
          <a:xfrm>
            <a:off x="6067440" y="3409920"/>
            <a:ext cx="56880" cy="37800"/>
          </a:xfrm>
          <a:prstGeom prst="rect">
            <a:avLst/>
          </a:prstGeom>
          <a:ln w="0">
            <a:noFill/>
          </a:ln>
        </p:spPr>
      </p:pic>
      <p:pic>
        <p:nvPicPr>
          <p:cNvPr id="181" name="Рисунок 5" descr="Вырезка экрана"/>
          <p:cNvPicPr/>
          <p:nvPr/>
        </p:nvPicPr>
        <p:blipFill>
          <a:blip r:embed="rId2"/>
          <a:stretch/>
        </p:blipFill>
        <p:spPr>
          <a:xfrm>
            <a:off x="2095560" y="1049760"/>
            <a:ext cx="9829440" cy="538884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3524400" y="457920"/>
            <a:ext cx="4495320" cy="779760"/>
          </a:xfrm>
          <a:prstGeom prst="rect">
            <a:avLst/>
          </a:prstGeom>
          <a:noFill/>
          <a:ln w="0">
            <a:noFill/>
          </a:ln>
        </p:spPr>
        <p:txBody>
          <a:bodyPr lIns="91440" rIns="91440" tIns="45720" bIns="45720" anchor="b">
            <a:normAutofit fontScale="85641"/>
          </a:bodyPr>
          <a:p>
            <a:pPr indent="0" defTabSz="914400">
              <a:lnSpc>
                <a:spcPct val="85000"/>
              </a:lnSpc>
              <a:buNone/>
            </a:pPr>
            <a:r>
              <a:rPr b="0" lang="en-US" sz="4800" spc="-52" strike="noStrike">
                <a:solidFill>
                  <a:schemeClr val="dk1">
                    <a:lumMod val="75000"/>
                    <a:lumOff val="25000"/>
                  </a:schemeClr>
                </a:solidFill>
                <a:latin typeface="Calibri Light"/>
              </a:rPr>
              <a:t>CI/CD</a:t>
            </a:r>
            <a:r>
              <a:rPr b="0" lang="ru-RU" sz="4800" spc="-52" strike="noStrike">
                <a:solidFill>
                  <a:schemeClr val="dk1">
                    <a:lumMod val="75000"/>
                    <a:lumOff val="25000"/>
                  </a:schemeClr>
                </a:solidFill>
                <a:latin typeface="Calibri Light"/>
              </a:rPr>
              <a:t> </a:t>
            </a:r>
            <a:r>
              <a:rPr b="0" lang="en-US" sz="4800" spc="-52" strike="noStrike">
                <a:solidFill>
                  <a:schemeClr val="dk1">
                    <a:lumMod val="75000"/>
                    <a:lumOff val="25000"/>
                  </a:schemeClr>
                </a:solidFill>
                <a:latin typeface="Calibri Light"/>
              </a:rPr>
              <a:t> vs DevOps</a:t>
            </a:r>
            <a:r>
              <a:rPr b="1" lang="ru-RU" sz="4800" spc="-52" strike="noStrike">
                <a:solidFill>
                  <a:schemeClr val="dk1">
                    <a:lumMod val="75000"/>
                    <a:lumOff val="25000"/>
                  </a:schemeClr>
                </a:solidFill>
                <a:latin typeface="Calibri Light"/>
              </a:rPr>
              <a:t> </a:t>
            </a:r>
            <a:endParaRPr b="0" lang="en-US" sz="4800" spc="-1" strike="noStrike">
              <a:solidFill>
                <a:schemeClr val="dk1"/>
              </a:solidFill>
              <a:latin typeface="Calibri"/>
            </a:endParaRPr>
          </a:p>
        </p:txBody>
      </p:sp>
      <p:sp>
        <p:nvSpPr>
          <p:cNvPr id="183" name="PlaceHolder 2"/>
          <p:cNvSpPr>
            <a:spLocks noGrp="1"/>
          </p:cNvSpPr>
          <p:nvPr>
            <p:ph/>
          </p:nvPr>
        </p:nvSpPr>
        <p:spPr>
          <a:xfrm>
            <a:off x="976320" y="2262600"/>
            <a:ext cx="10708920" cy="3290760"/>
          </a:xfrm>
          <a:prstGeom prst="rect">
            <a:avLst/>
          </a:prstGeom>
          <a:noFill/>
          <a:ln w="0">
            <a:noFill/>
          </a:ln>
        </p:spPr>
        <p:txBody>
          <a:bodyPr lIns="0" rIns="0" tIns="45720" bIns="45720" anchor="t">
            <a:normAutofit/>
          </a:bodyPr>
          <a:p>
            <a:pPr indent="0" defTabSz="914400">
              <a:lnSpc>
                <a:spcPct val="90000"/>
              </a:lnSpc>
              <a:spcBef>
                <a:spcPts val="1199"/>
              </a:spcBef>
              <a:spcAft>
                <a:spcPts val="201"/>
              </a:spcAft>
              <a:buNone/>
              <a:tabLst>
                <a:tab algn="l" pos="0"/>
              </a:tabLst>
            </a:pPr>
            <a:r>
              <a:rPr b="1" lang="ru-RU" sz="2800" spc="-1" strike="noStrike">
                <a:solidFill>
                  <a:schemeClr val="dk1">
                    <a:lumMod val="75000"/>
                    <a:lumOff val="25000"/>
                  </a:schemeClr>
                </a:solidFill>
                <a:latin typeface="Calibri"/>
              </a:rPr>
              <a:t>DevOps</a:t>
            </a:r>
            <a:r>
              <a:rPr b="0" lang="ru-RU" sz="2800" spc="-1" strike="noStrike">
                <a:solidFill>
                  <a:schemeClr val="dk1">
                    <a:lumMod val="75000"/>
                    <a:lumOff val="25000"/>
                  </a:schemeClr>
                </a:solidFill>
                <a:latin typeface="Calibri"/>
              </a:rPr>
              <a:t> — это набор идей, методов, процессов и технологий, которые позволяют группам разработки и эксплуатации работать вместе для оптимизации разработки продукта.</a:t>
            </a: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r>
              <a:rPr b="1" lang="ru-RU" sz="2800" spc="-1" strike="noStrike">
                <a:solidFill>
                  <a:schemeClr val="dk1">
                    <a:lumMod val="75000"/>
                    <a:lumOff val="25000"/>
                  </a:schemeClr>
                </a:solidFill>
                <a:latin typeface="Calibri"/>
              </a:rPr>
              <a:t>CI/CD</a:t>
            </a:r>
            <a:r>
              <a:rPr b="0" lang="ru-RU" sz="2800" spc="-1" strike="noStrike">
                <a:solidFill>
                  <a:schemeClr val="dk1">
                    <a:lumMod val="75000"/>
                    <a:lumOff val="25000"/>
                  </a:schemeClr>
                </a:solidFill>
                <a:latin typeface="Calibri"/>
              </a:rPr>
              <a:t> — это не просто инструмент, а практика, реализующая философию DevOps через автоматизацию и непрерывное улучшение процессов.</a:t>
            </a:r>
            <a:endParaRPr b="0" lang="en-US" sz="2800" spc="-1" strike="noStrike">
              <a:solidFill>
                <a:schemeClr val="dk1">
                  <a:lumMod val="75000"/>
                  <a:lumOff val="25000"/>
                </a:schemeClr>
              </a:solidFill>
              <a:latin typeface="Calibri"/>
            </a:endParaRPr>
          </a:p>
        </p:txBody>
      </p:sp>
      <p:pic>
        <p:nvPicPr>
          <p:cNvPr id="184" name="Рисунок 3" descr="Вырезка экрана"/>
          <p:cNvPicPr/>
          <p:nvPr/>
        </p:nvPicPr>
        <p:blipFill>
          <a:blip r:embed="rId1"/>
          <a:stretch/>
        </p:blipFill>
        <p:spPr>
          <a:xfrm>
            <a:off x="6067440" y="3409920"/>
            <a:ext cx="56880" cy="3780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470520" y="457920"/>
            <a:ext cx="11335680" cy="779760"/>
          </a:xfrm>
          <a:prstGeom prst="rect">
            <a:avLst/>
          </a:prstGeom>
          <a:noFill/>
          <a:ln w="0">
            <a:noFill/>
          </a:ln>
        </p:spPr>
        <p:txBody>
          <a:bodyPr lIns="91440" rIns="91440" tIns="45720" bIns="45720" anchor="b">
            <a:normAutofit fontScale="85641"/>
          </a:bodyPr>
          <a:p>
            <a:pPr indent="0" algn="ctr" defTabSz="914400">
              <a:lnSpc>
                <a:spcPct val="85000"/>
              </a:lnSpc>
              <a:buNone/>
            </a:pPr>
            <a:r>
              <a:rPr b="0" lang="ru-RU" sz="4800" spc="-52" strike="noStrike">
                <a:solidFill>
                  <a:schemeClr val="dk1">
                    <a:lumMod val="75000"/>
                    <a:lumOff val="25000"/>
                  </a:schemeClr>
                </a:solidFill>
                <a:latin typeface="Calibri Light"/>
              </a:rPr>
              <a:t>Другие DevOps-практики, связанные с CI/CD</a:t>
            </a:r>
            <a:endParaRPr b="0" lang="en-US" sz="4800" spc="-1" strike="noStrike">
              <a:solidFill>
                <a:schemeClr val="dk1"/>
              </a:solidFill>
              <a:latin typeface="Calibri"/>
            </a:endParaRPr>
          </a:p>
        </p:txBody>
      </p:sp>
      <p:sp>
        <p:nvSpPr>
          <p:cNvPr id="186" name="PlaceHolder 2"/>
          <p:cNvSpPr>
            <a:spLocks noGrp="1"/>
          </p:cNvSpPr>
          <p:nvPr>
            <p:ph/>
          </p:nvPr>
        </p:nvSpPr>
        <p:spPr>
          <a:xfrm>
            <a:off x="730080" y="2114640"/>
            <a:ext cx="10816560" cy="4023000"/>
          </a:xfrm>
          <a:prstGeom prst="rect">
            <a:avLst/>
          </a:prstGeom>
          <a:noFill/>
          <a:ln w="0">
            <a:noFill/>
          </a:ln>
        </p:spPr>
        <p:txBody>
          <a:bodyPr lIns="0" rIns="0" tIns="45720" bIns="45720" anchor="t">
            <a:normAutofit fontScale="96439"/>
          </a:bodyPr>
          <a:p>
            <a:pPr indent="0" defTabSz="914400">
              <a:lnSpc>
                <a:spcPct val="90000"/>
              </a:lnSpc>
              <a:spcBef>
                <a:spcPts val="1199"/>
              </a:spcBef>
              <a:spcAft>
                <a:spcPts val="201"/>
              </a:spcAft>
              <a:buNone/>
              <a:tabLst>
                <a:tab algn="l" pos="0"/>
              </a:tabLst>
            </a:pPr>
            <a:r>
              <a:rPr b="1" lang="ru-RU" sz="3000" spc="-1" strike="noStrike">
                <a:solidFill>
                  <a:schemeClr val="dk1">
                    <a:lumMod val="75000"/>
                    <a:lumOff val="25000"/>
                  </a:schemeClr>
                </a:solidFill>
                <a:latin typeface="Calibri"/>
              </a:rPr>
              <a:t>Инфраструктура как код (IaC) </a:t>
            </a:r>
            <a:r>
              <a:rPr b="0" lang="ru-RU" sz="3000" spc="-1" strike="noStrike">
                <a:solidFill>
                  <a:schemeClr val="dk1">
                    <a:lumMod val="75000"/>
                    <a:lumOff val="25000"/>
                  </a:schemeClr>
                </a:solidFill>
                <a:latin typeface="Calibri"/>
              </a:rPr>
              <a:t>— автоматизация настройки серверов через код (например, с помощью Terraform).</a:t>
            </a:r>
            <a:endParaRPr b="0" lang="en-US" sz="30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endParaRPr b="0" lang="en-US" sz="30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r>
              <a:rPr b="1" lang="ru-RU" sz="3000" spc="-1" strike="noStrike">
                <a:solidFill>
                  <a:schemeClr val="dk1">
                    <a:lumMod val="75000"/>
                    <a:lumOff val="25000"/>
                  </a:schemeClr>
                </a:solidFill>
                <a:latin typeface="Calibri"/>
              </a:rPr>
              <a:t>Мониторинг и логирование </a:t>
            </a:r>
            <a:r>
              <a:rPr b="0" lang="ru-RU" sz="3000" spc="-1" strike="noStrike">
                <a:solidFill>
                  <a:schemeClr val="dk1">
                    <a:lumMod val="75000"/>
                    <a:lumOff val="25000"/>
                  </a:schemeClr>
                </a:solidFill>
                <a:latin typeface="Calibri"/>
              </a:rPr>
              <a:t>— сбор данных о работе приложения после деплоя (например, через Prometheus или ELK-стек).</a:t>
            </a:r>
            <a:endParaRPr b="0" lang="en-US" sz="30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endParaRPr b="0" lang="en-US" sz="30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r>
              <a:rPr b="1" lang="ru-RU" sz="3000" spc="-1" strike="noStrike">
                <a:solidFill>
                  <a:schemeClr val="dk1">
                    <a:lumMod val="75000"/>
                    <a:lumOff val="25000"/>
                  </a:schemeClr>
                </a:solidFill>
                <a:latin typeface="Calibri"/>
              </a:rPr>
              <a:t>Управление конфигурациями </a:t>
            </a:r>
            <a:r>
              <a:rPr b="0" lang="ru-RU" sz="3000" spc="-1" strike="noStrike">
                <a:solidFill>
                  <a:schemeClr val="dk1">
                    <a:lumMod val="75000"/>
                    <a:lumOff val="25000"/>
                  </a:schemeClr>
                </a:solidFill>
                <a:latin typeface="Calibri"/>
              </a:rPr>
              <a:t>— инструменты вроде Ansible, Chef, Puppet.</a:t>
            </a:r>
            <a:endParaRPr b="0" lang="en-US" sz="3000" spc="-1" strike="noStrike">
              <a:solidFill>
                <a:schemeClr val="dk1">
                  <a:lumMod val="75000"/>
                  <a:lumOff val="25000"/>
                </a:schemeClr>
              </a:solidFill>
              <a:latin typeface="Calibri"/>
            </a:endParaRPr>
          </a:p>
        </p:txBody>
      </p:sp>
      <p:pic>
        <p:nvPicPr>
          <p:cNvPr id="187" name="Рисунок 3" descr="Вырезка экрана"/>
          <p:cNvPicPr/>
          <p:nvPr/>
        </p:nvPicPr>
        <p:blipFill>
          <a:blip r:embed="rId1"/>
          <a:stretch/>
        </p:blipFill>
        <p:spPr>
          <a:xfrm>
            <a:off x="6067440" y="3409920"/>
            <a:ext cx="56880" cy="3780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rmAutofit/>
          </a:bodyPr>
          <a:p>
            <a:pPr indent="0" defTabSz="914400">
              <a:lnSpc>
                <a:spcPct val="85000"/>
              </a:lnSpc>
              <a:buNone/>
            </a:pPr>
            <a:r>
              <a:rPr b="0" lang="ru-RU" sz="4800" spc="-52" strike="noStrike">
                <a:solidFill>
                  <a:schemeClr val="dk1">
                    <a:lumMod val="75000"/>
                    <a:lumOff val="25000"/>
                  </a:schemeClr>
                </a:solidFill>
                <a:latin typeface="Calibri Light"/>
              </a:rPr>
              <a:t>Полезные ссылки</a:t>
            </a:r>
            <a:endParaRPr b="0" lang="en-US" sz="4800" spc="-1" strike="noStrike">
              <a:solidFill>
                <a:schemeClr val="dk1"/>
              </a:solidFill>
              <a:latin typeface="Calibri"/>
            </a:endParaRPr>
          </a:p>
        </p:txBody>
      </p:sp>
      <p:sp>
        <p:nvSpPr>
          <p:cNvPr id="189" name="PlaceHolder 2"/>
          <p:cNvSpPr>
            <a:spLocks noGrp="1"/>
          </p:cNvSpPr>
          <p:nvPr>
            <p:ph/>
          </p:nvPr>
        </p:nvSpPr>
        <p:spPr>
          <a:xfrm>
            <a:off x="190440" y="1845720"/>
            <a:ext cx="11194200" cy="4326120"/>
          </a:xfrm>
          <a:prstGeom prst="rect">
            <a:avLst/>
          </a:prstGeom>
          <a:noFill/>
          <a:ln w="0">
            <a:noFill/>
          </a:ln>
        </p:spPr>
        <p:txBody>
          <a:bodyPr lIns="0" rIns="0" tIns="45720" bIns="45720" anchor="t">
            <a:noAutofit/>
          </a:bodyPr>
          <a:p>
            <a:pPr marL="514440" indent="-514440" defTabSz="914400">
              <a:lnSpc>
                <a:spcPct val="90000"/>
              </a:lnSpc>
              <a:spcBef>
                <a:spcPts val="1199"/>
              </a:spcBef>
              <a:spcAft>
                <a:spcPts val="201"/>
              </a:spcAft>
              <a:buClr>
                <a:srgbClr val="1cade4"/>
              </a:buClr>
              <a:buFont typeface="Calibri"/>
              <a:buAutoNum type="arabicPeriod"/>
            </a:pPr>
            <a:r>
              <a:rPr b="0" lang="ru-RU" sz="2800" spc="-1" strike="noStrike">
                <a:solidFill>
                  <a:schemeClr val="dk1">
                    <a:lumMod val="75000"/>
                    <a:lumOff val="25000"/>
                  </a:schemeClr>
                </a:solidFill>
                <a:latin typeface="Calibri"/>
              </a:rPr>
              <a:t> </a:t>
            </a:r>
            <a:r>
              <a:rPr b="0" lang="en-US" sz="2800" spc="-1" strike="noStrike" u="sng">
                <a:solidFill>
                  <a:schemeClr val="dk1">
                    <a:lumMod val="75000"/>
                    <a:lumOff val="25000"/>
                  </a:schemeClr>
                </a:solidFill>
                <a:uFillTx/>
                <a:latin typeface="Calibri"/>
                <a:hlinkClick r:id="rId1"/>
              </a:rPr>
              <a:t>https://katalon.com/resources-center/blog/ci-cd-tools</a:t>
            </a:r>
            <a:endParaRPr b="0" lang="en-US" sz="28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a:buAutoNum type="arabicPeriod"/>
            </a:pPr>
            <a:r>
              <a:rPr b="0" lang="en-US" sz="2800" spc="-1" strike="noStrike" u="sng">
                <a:solidFill>
                  <a:schemeClr val="dk1">
                    <a:lumMod val="75000"/>
                    <a:lumOff val="25000"/>
                  </a:schemeClr>
                </a:solidFill>
                <a:uFillTx/>
                <a:latin typeface="Calibri"/>
                <a:hlinkClick r:id="rId2"/>
              </a:rPr>
              <a:t>https://katalon.com/resources-center/blog/ci-cd-introduction</a:t>
            </a:r>
            <a:r>
              <a:rPr b="0" lang="ru-RU" sz="2800" spc="-1" strike="noStrike">
                <a:solidFill>
                  <a:schemeClr val="dk1">
                    <a:lumMod val="75000"/>
                    <a:lumOff val="25000"/>
                  </a:schemeClr>
                </a:solidFill>
                <a:latin typeface="Calibri"/>
              </a:rPr>
              <a:t> </a:t>
            </a:r>
            <a:endParaRPr b="0" lang="en-US" sz="28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a:buAutoNum type="arabicPeriod"/>
            </a:pPr>
            <a:r>
              <a:rPr b="0" lang="en-US" sz="2800" spc="-1" strike="noStrike" u="sng">
                <a:solidFill>
                  <a:schemeClr val="dk1">
                    <a:lumMod val="75000"/>
                    <a:lumOff val="25000"/>
                  </a:schemeClr>
                </a:solidFill>
                <a:uFillTx/>
                <a:latin typeface="Calibri"/>
                <a:hlinkClick r:id="rId3"/>
              </a:rPr>
              <a:t>https://www.spiceworks.com/tech/devops/articles/cicd-vs-devops/</a:t>
            </a:r>
            <a:r>
              <a:rPr b="0" lang="ru-RU" sz="2800" spc="-1" strike="noStrike">
                <a:solidFill>
                  <a:schemeClr val="dk1">
                    <a:lumMod val="75000"/>
                    <a:lumOff val="25000"/>
                  </a:schemeClr>
                </a:solidFill>
                <a:latin typeface="Calibri"/>
              </a:rPr>
              <a:t> </a:t>
            </a:r>
            <a:endParaRPr b="0" lang="en-US" sz="28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a:buAutoNum type="arabicPeriod"/>
            </a:pPr>
            <a:r>
              <a:rPr b="0" lang="en-US" sz="2800" spc="-1" strike="noStrike" u="sng">
                <a:solidFill>
                  <a:schemeClr val="dk1">
                    <a:lumMod val="75000"/>
                    <a:lumOff val="25000"/>
                  </a:schemeClr>
                </a:solidFill>
                <a:uFillTx/>
                <a:latin typeface="Calibri"/>
                <a:hlinkClick r:id="rId4"/>
              </a:rPr>
              <a:t>https://cloud.yandex.ru/blog/posts/2022/10/ci-cd</a:t>
            </a:r>
            <a:endParaRPr b="0" lang="en-US" sz="28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a:buAutoNum type="arabicPeriod"/>
            </a:pPr>
            <a:r>
              <a:rPr b="0" lang="ru-RU" sz="2800" spc="-1" strike="noStrike">
                <a:solidFill>
                  <a:schemeClr val="dk1">
                    <a:lumMod val="75000"/>
                    <a:lumOff val="25000"/>
                  </a:schemeClr>
                </a:solidFill>
                <a:latin typeface="Calibri"/>
              </a:rPr>
              <a:t> </a:t>
            </a:r>
            <a:r>
              <a:rPr b="0" lang="en-US" sz="2800" spc="-1" strike="noStrike" u="sng">
                <a:solidFill>
                  <a:schemeClr val="dk1">
                    <a:lumMod val="75000"/>
                    <a:lumOff val="25000"/>
                  </a:schemeClr>
                </a:solidFill>
                <a:uFillTx/>
                <a:latin typeface="Calibri"/>
                <a:hlinkClick r:id="rId5"/>
              </a:rPr>
              <a:t>https://habr.com/ru/company/otus/blog/515078/</a:t>
            </a:r>
            <a:r>
              <a:rPr b="0" lang="en-US" sz="2800" spc="-1" strike="noStrike">
                <a:solidFill>
                  <a:schemeClr val="dk1">
                    <a:lumMod val="75000"/>
                    <a:lumOff val="25000"/>
                  </a:schemeClr>
                </a:solidFill>
                <a:latin typeface="Calibri"/>
              </a:rPr>
              <a:t> </a:t>
            </a:r>
            <a:endParaRPr b="0" lang="en-US" sz="28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a:buAutoNum type="arabicPeriod"/>
            </a:pPr>
            <a:r>
              <a:rPr b="0" lang="en-US" sz="2800" spc="-1" strike="noStrike" u="sng">
                <a:solidFill>
                  <a:schemeClr val="dk1">
                    <a:lumMod val="75000"/>
                    <a:lumOff val="25000"/>
                  </a:schemeClr>
                </a:solidFill>
                <a:uFillTx/>
                <a:latin typeface="Calibri"/>
                <a:hlinkClick r:id="rId6"/>
              </a:rPr>
              <a:t>https://mcs.mail.ru/blog/chto-takoe-metodologiya-devops</a:t>
            </a:r>
            <a:endParaRPr b="0" lang="en-US" sz="28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a:buAutoNum type="arabicPeriod"/>
            </a:pPr>
            <a:r>
              <a:rPr b="0" lang="en-US" sz="2800" spc="-1" strike="noStrike" u="sng">
                <a:solidFill>
                  <a:schemeClr val="dk1">
                    <a:lumMod val="75000"/>
                    <a:lumOff val="25000"/>
                  </a:schemeClr>
                </a:solidFill>
                <a:uFillTx/>
                <a:latin typeface="Calibri"/>
                <a:hlinkClick r:id="rId7"/>
              </a:rPr>
              <a:t>https://proglib.io/p/osnovy-metodologii-devops-2021-02-20</a:t>
            </a:r>
            <a:r>
              <a:rPr b="0" lang="en-US" sz="2800" spc="-1" strike="noStrike">
                <a:solidFill>
                  <a:schemeClr val="dk1">
                    <a:lumMod val="75000"/>
                    <a:lumOff val="25000"/>
                  </a:schemeClr>
                </a:solidFill>
                <a:latin typeface="Calibri"/>
              </a:rPr>
              <a:t>   </a:t>
            </a:r>
            <a:endParaRPr b="0" lang="en-US" sz="28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a:buAutoNum type="arabicPeriod"/>
            </a:pPr>
            <a:r>
              <a:rPr b="0" lang="en-US" sz="2800" spc="-1" strike="noStrike" u="sng">
                <a:solidFill>
                  <a:schemeClr val="dk1">
                    <a:lumMod val="75000"/>
                    <a:lumOff val="25000"/>
                  </a:schemeClr>
                </a:solidFill>
                <a:uFillTx/>
                <a:latin typeface="Calibri"/>
                <a:hlinkClick r:id="rId8"/>
              </a:rPr>
              <a:t>https://intuit.ru/studies/courses/3680/922/lecture/32689?page=1</a:t>
            </a:r>
            <a:r>
              <a:rPr b="0" lang="en-US" sz="2800" spc="-1" strike="noStrike">
                <a:solidFill>
                  <a:schemeClr val="dk1">
                    <a:lumMod val="75000"/>
                    <a:lumOff val="25000"/>
                  </a:schemeClr>
                </a:solidFill>
                <a:latin typeface="Calibri"/>
              </a:rPr>
              <a:t> </a:t>
            </a: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endParaRPr b="0" lang="en-US" sz="28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и системы контроля версий</a:t>
            </a:r>
            <a:endParaRPr b="0" lang="en-US" sz="4800" spc="-1" strike="noStrike">
              <a:solidFill>
                <a:schemeClr val="dk1"/>
              </a:solidFill>
              <a:latin typeface="Calibri"/>
            </a:endParaRPr>
          </a:p>
        </p:txBody>
      </p:sp>
      <p:sp>
        <p:nvSpPr>
          <p:cNvPr id="191" name="PlaceHolder 2"/>
          <p:cNvSpPr>
            <a:spLocks noGrp="1"/>
          </p:cNvSpPr>
          <p:nvPr>
            <p:ph/>
          </p:nvPr>
        </p:nvSpPr>
        <p:spPr>
          <a:xfrm>
            <a:off x="1097280" y="2226600"/>
            <a:ext cx="10058040" cy="262440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 </a:t>
            </a:r>
            <a:r>
              <a:rPr b="0" lang="ru-RU" sz="3200" spc="-1" strike="noStrike">
                <a:solidFill>
                  <a:schemeClr val="dk1">
                    <a:lumMod val="75000"/>
                    <a:lumOff val="25000"/>
                  </a:schemeClr>
                </a:solidFill>
                <a:latin typeface="Calibri"/>
              </a:rPr>
              <a:t>Система контроля версий (СКВ, англ. Version Control System) - программное обеспечение хранящее</a:t>
            </a:r>
            <a:r>
              <a:rPr b="0" lang="en-US" sz="3200" spc="-1" strike="noStrike">
                <a:solidFill>
                  <a:schemeClr val="dk1">
                    <a:lumMod val="75000"/>
                    <a:lumOff val="25000"/>
                  </a:schemeClr>
                </a:solidFill>
                <a:latin typeface="Calibri"/>
              </a:rPr>
              <a:t> </a:t>
            </a:r>
            <a:r>
              <a:rPr b="0" lang="ru-RU" sz="3200" spc="-1" strike="noStrike">
                <a:solidFill>
                  <a:schemeClr val="dk1">
                    <a:lumMod val="75000"/>
                    <a:lumOff val="25000"/>
                  </a:schemeClr>
                </a:solidFill>
                <a:latin typeface="Calibri"/>
              </a:rPr>
              <a:t>все версии возможного файла, и дающее возможность получить к ним доступ. </a:t>
            </a:r>
            <a:endParaRPr b="0" lang="en-US" sz="32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solidFill>
                <a:latin typeface="Calibri Light"/>
              </a:rPr>
              <a:t>Системы контроля версий</a:t>
            </a:r>
            <a:endParaRPr b="0" lang="en-US" sz="4800" spc="-1" strike="noStrike">
              <a:solidFill>
                <a:schemeClr val="dk1"/>
              </a:solidFill>
              <a:latin typeface="Calibri"/>
            </a:endParaRPr>
          </a:p>
        </p:txBody>
      </p:sp>
      <p:sp>
        <p:nvSpPr>
          <p:cNvPr id="193" name="PlaceHolder 2"/>
          <p:cNvSpPr>
            <a:spLocks noGrp="1"/>
          </p:cNvSpPr>
          <p:nvPr>
            <p:ph/>
          </p:nvPr>
        </p:nvSpPr>
        <p:spPr>
          <a:xfrm>
            <a:off x="1097280" y="2531520"/>
            <a:ext cx="10058040" cy="282744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Существуют системы контроля версий: </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3200" spc="-1" strike="noStrike">
                <a:solidFill>
                  <a:schemeClr val="dk1">
                    <a:lumMod val="75000"/>
                    <a:lumOff val="25000"/>
                  </a:schemeClr>
                </a:solidFill>
                <a:latin typeface="Calibri"/>
              </a:rPr>
              <a:t>Локальные (</a:t>
            </a:r>
            <a:r>
              <a:rPr b="0" lang="ru-RU" sz="3200" spc="-1" strike="noStrike" u="sng">
                <a:solidFill>
                  <a:schemeClr val="dk1">
                    <a:lumMod val="75000"/>
                    <a:lumOff val="25000"/>
                  </a:schemeClr>
                </a:solidFill>
                <a:uFillTx/>
                <a:latin typeface="Calibri"/>
                <a:hlinkClick r:id="rId1"/>
              </a:rPr>
              <a:t>RCS</a:t>
            </a:r>
            <a:r>
              <a:rPr b="0" lang="ru-RU" sz="3200" spc="-1" strike="noStrike">
                <a:solidFill>
                  <a:schemeClr val="dk1">
                    <a:lumMod val="75000"/>
                    <a:lumOff val="25000"/>
                  </a:schemeClr>
                </a:solidFill>
                <a:latin typeface="Calibri"/>
              </a:rPr>
              <a:t>);</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3200" spc="-1" strike="noStrike">
                <a:solidFill>
                  <a:schemeClr val="dk1">
                    <a:lumMod val="75000"/>
                    <a:lumOff val="25000"/>
                  </a:schemeClr>
                </a:solidFill>
                <a:latin typeface="Calibri"/>
              </a:rPr>
              <a:t>Централизованные (</a:t>
            </a:r>
            <a:r>
              <a:rPr b="0" lang="en-US" sz="3200" spc="-1" strike="noStrike">
                <a:solidFill>
                  <a:schemeClr val="dk1">
                    <a:lumMod val="75000"/>
                    <a:lumOff val="25000"/>
                  </a:schemeClr>
                </a:solidFill>
                <a:latin typeface="Calibri"/>
              </a:rPr>
              <a:t>CVS, Subversion</a:t>
            </a:r>
            <a:r>
              <a:rPr b="0" lang="ru-RU" sz="3200" spc="-1" strike="noStrike">
                <a:solidFill>
                  <a:schemeClr val="dk1">
                    <a:lumMod val="75000"/>
                    <a:lumOff val="25000"/>
                  </a:schemeClr>
                </a:solidFill>
                <a:latin typeface="Calibri"/>
              </a:rPr>
              <a:t>, </a:t>
            </a:r>
            <a:r>
              <a:rPr b="0" lang="en-US" sz="3200" spc="-1" strike="noStrike">
                <a:solidFill>
                  <a:schemeClr val="dk1">
                    <a:lumMod val="75000"/>
                    <a:lumOff val="25000"/>
                  </a:schemeClr>
                </a:solidFill>
                <a:latin typeface="Calibri"/>
              </a:rPr>
              <a:t>Perforce</a:t>
            </a:r>
            <a:r>
              <a:rPr b="0" lang="ru-RU" sz="3200" spc="-1" strike="noStrike">
                <a:solidFill>
                  <a:schemeClr val="dk1">
                    <a:lumMod val="75000"/>
                    <a:lumOff val="25000"/>
                  </a:schemeClr>
                </a:solidFill>
                <a:latin typeface="Calibri"/>
              </a:rPr>
              <a:t>)</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lang="ru-RU" sz="3200" spc="-1" strike="noStrike">
                <a:solidFill>
                  <a:schemeClr val="dk1">
                    <a:lumMod val="75000"/>
                    <a:lumOff val="25000"/>
                  </a:schemeClr>
                </a:solidFill>
                <a:latin typeface="Calibri"/>
              </a:rPr>
              <a:t>Распределенные (</a:t>
            </a:r>
            <a:r>
              <a:rPr b="0" lang="en-US" sz="3200" spc="-1" strike="noStrike">
                <a:solidFill>
                  <a:schemeClr val="dk1">
                    <a:lumMod val="75000"/>
                    <a:lumOff val="25000"/>
                  </a:schemeClr>
                </a:solidFill>
                <a:latin typeface="Calibri"/>
              </a:rPr>
              <a:t>Git, Mercurial, Bazaar</a:t>
            </a:r>
            <a:r>
              <a:rPr b="0" lang="ru-RU" sz="3200" spc="-1" strike="noStrike">
                <a:solidFill>
                  <a:schemeClr val="dk1">
                    <a:lumMod val="75000"/>
                    <a:lumOff val="25000"/>
                  </a:schemeClr>
                </a:solidFill>
                <a:latin typeface="Calibri"/>
              </a:rPr>
              <a:t>, </a:t>
            </a:r>
            <a:r>
              <a:rPr b="0" lang="en-US" sz="3200" spc="-1" strike="noStrike">
                <a:solidFill>
                  <a:schemeClr val="dk1">
                    <a:lumMod val="75000"/>
                    <a:lumOff val="25000"/>
                  </a:schemeClr>
                </a:solidFill>
                <a:latin typeface="Calibri"/>
              </a:rPr>
              <a:t>Darcs)</a:t>
            </a:r>
            <a:endParaRPr b="0" lang="en-US" sz="32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1097280" y="435240"/>
            <a:ext cx="10058040" cy="82260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solidFill>
                <a:latin typeface="Calibri Light"/>
              </a:rPr>
              <a:t>Локальная система контроля версий</a:t>
            </a:r>
            <a:endParaRPr b="0" lang="en-US" sz="4800" spc="-1" strike="noStrike">
              <a:solidFill>
                <a:schemeClr val="dk1"/>
              </a:solidFill>
              <a:latin typeface="Calibri"/>
            </a:endParaRPr>
          </a:p>
        </p:txBody>
      </p:sp>
      <p:sp>
        <p:nvSpPr>
          <p:cNvPr id="195" name="PlaceHolder 2"/>
          <p:cNvSpPr>
            <a:spLocks noGrp="1"/>
          </p:cNvSpPr>
          <p:nvPr>
            <p:ph/>
          </p:nvPr>
        </p:nvSpPr>
        <p:spPr>
          <a:xfrm>
            <a:off x="1097280" y="1737360"/>
            <a:ext cx="10058040" cy="957600"/>
          </a:xfrm>
          <a:prstGeom prst="rect">
            <a:avLst/>
          </a:prstGeom>
          <a:noFill/>
          <a:ln w="0">
            <a:noFill/>
          </a:ln>
        </p:spPr>
        <p:txBody>
          <a:bodyPr lIns="0" rIns="0" tIns="45720" bIns="45720" anchor="t">
            <a:normAutofit/>
          </a:bodyPr>
          <a:p>
            <a:pPr indent="0" defTabSz="914400">
              <a:lnSpc>
                <a:spcPct val="90000"/>
              </a:lnSpc>
              <a:spcBef>
                <a:spcPts val="1199"/>
              </a:spcBef>
              <a:spcAft>
                <a:spcPts val="201"/>
              </a:spcAft>
              <a:buNone/>
              <a:tabLst>
                <a:tab algn="l" pos="0"/>
              </a:tabLst>
            </a:pPr>
            <a:r>
              <a:rPr b="0" lang="ru-RU" sz="3200" spc="-1" strike="noStrike" u="sng">
                <a:solidFill>
                  <a:schemeClr val="dk1">
                    <a:lumMod val="75000"/>
                    <a:lumOff val="25000"/>
                  </a:schemeClr>
                </a:solidFill>
                <a:uFillTx/>
                <a:latin typeface="Calibri"/>
                <a:hlinkClick r:id="rId1"/>
              </a:rPr>
              <a:t>RCS</a:t>
            </a:r>
            <a:r>
              <a:rPr b="0" lang="ru-RU" sz="3200" spc="-1" strike="noStrike">
                <a:solidFill>
                  <a:schemeClr val="dk1">
                    <a:lumMod val="75000"/>
                    <a:lumOff val="25000"/>
                  </a:schemeClr>
                </a:solidFill>
                <a:latin typeface="Calibri"/>
              </a:rPr>
              <a:t> - хранит не целую новую версию, а только указания к изменению первоначального файла</a:t>
            </a:r>
            <a:endParaRPr b="0" lang="en-US" sz="3200" spc="-1" strike="noStrike">
              <a:solidFill>
                <a:schemeClr val="dk1">
                  <a:lumMod val="75000"/>
                  <a:lumOff val="25000"/>
                </a:schemeClr>
              </a:solidFill>
              <a:latin typeface="Calibri"/>
            </a:endParaRPr>
          </a:p>
        </p:txBody>
      </p:sp>
      <p:pic>
        <p:nvPicPr>
          <p:cNvPr id="196" name="Рисунок 3" descr="Вырезка экрана"/>
          <p:cNvPicPr/>
          <p:nvPr/>
        </p:nvPicPr>
        <p:blipFill>
          <a:blip r:embed="rId2"/>
          <a:stretch/>
        </p:blipFill>
        <p:spPr>
          <a:xfrm>
            <a:off x="1097280" y="2695320"/>
            <a:ext cx="6217560" cy="401436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solidFill>
                <a:latin typeface="Calibri Light"/>
              </a:rPr>
              <a:t>Локальная система контроля версий</a:t>
            </a:r>
            <a:endParaRPr b="0" lang="en-US" sz="4800" spc="-1" strike="noStrike">
              <a:solidFill>
                <a:schemeClr val="dk1"/>
              </a:solidFill>
              <a:latin typeface="Calibri"/>
            </a:endParaRPr>
          </a:p>
        </p:txBody>
      </p:sp>
      <p:graphicFrame>
        <p:nvGraphicFramePr>
          <p:cNvPr id="198" name="Объект 5"/>
          <p:cNvGraphicFramePr/>
          <p:nvPr/>
        </p:nvGraphicFramePr>
        <p:xfrm>
          <a:off x="1097280" y="2163600"/>
          <a:ext cx="10058040" cy="3117960"/>
        </p:xfrm>
        <a:graphic>
          <a:graphicData uri="http://schemas.openxmlformats.org/drawingml/2006/table">
            <a:tbl>
              <a:tblPr/>
              <a:tblGrid>
                <a:gridCol w="5029200"/>
                <a:gridCol w="5029200"/>
              </a:tblGrid>
              <a:tr h="370800">
                <a:tc>
                  <a:txBody>
                    <a:bodyPr anchor="t">
                      <a:noAutofit/>
                    </a:bodyPr>
                    <a:p>
                      <a:pPr defTabSz="914400">
                        <a:lnSpc>
                          <a:spcPct val="100000"/>
                        </a:lnSpc>
                      </a:pPr>
                      <a:r>
                        <a:rPr b="1" lang="ru-RU" sz="2800" spc="-1" strike="noStrike">
                          <a:solidFill>
                            <a:schemeClr val="lt1"/>
                          </a:solidFill>
                          <a:latin typeface="Calibri"/>
                        </a:rPr>
                        <a:t>Преимущества</a:t>
                      </a:r>
                      <a:endParaRPr b="0" lang="en-US" sz="2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ru-RU" sz="2800" spc="-1" strike="noStrike">
                          <a:solidFill>
                            <a:schemeClr val="lt1"/>
                          </a:solidFill>
                          <a:latin typeface="Calibri"/>
                        </a:rPr>
                        <a:t>Недостатки</a:t>
                      </a:r>
                      <a:endParaRPr b="0" lang="en-US" sz="2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b="0" lang="ru-RU" sz="2800" spc="-1" strike="noStrike">
                          <a:solidFill>
                            <a:schemeClr val="dk1"/>
                          </a:solidFill>
                          <a:latin typeface="Calibri"/>
                        </a:rPr>
                        <a:t>Позволяет хранить историю изменения файлов локально, без интернета</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Вы можете потерять все файлы, если с вашем компьютером что-то случится</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ru-RU" sz="2800" spc="-1" strike="noStrike">
                          <a:solidFill>
                            <a:schemeClr val="dk1"/>
                          </a:solidFill>
                          <a:latin typeface="Calibri"/>
                        </a:rPr>
                        <a:t>Вы независимы от сторонних серверов</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Вы не можете работать в команде, поскольку репозиторий доступен только вам</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242640" y="286560"/>
            <a:ext cx="11681640" cy="96336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solidFill>
                <a:latin typeface="Calibri Light"/>
              </a:rPr>
              <a:t>Централизованная система контроля версий</a:t>
            </a:r>
            <a:endParaRPr b="0" lang="en-US" sz="4800" spc="-1" strike="noStrike">
              <a:solidFill>
                <a:schemeClr val="dk1"/>
              </a:solidFill>
              <a:latin typeface="Calibri"/>
            </a:endParaRPr>
          </a:p>
        </p:txBody>
      </p:sp>
      <p:pic>
        <p:nvPicPr>
          <p:cNvPr id="200" name="Объект 3" descr="Вырезка экрана"/>
          <p:cNvPicPr/>
          <p:nvPr/>
        </p:nvPicPr>
        <p:blipFill>
          <a:blip r:embed="rId1"/>
          <a:stretch/>
        </p:blipFill>
        <p:spPr>
          <a:xfrm>
            <a:off x="485280" y="1761840"/>
            <a:ext cx="7538760" cy="4617720"/>
          </a:xfrm>
          <a:prstGeom prst="rect">
            <a:avLst/>
          </a:prstGeom>
          <a:ln w="0">
            <a:noFill/>
          </a:ln>
        </p:spPr>
      </p:pic>
      <p:sp>
        <p:nvSpPr>
          <p:cNvPr id="201" name="Прямоугольник 4"/>
          <p:cNvSpPr/>
          <p:nvPr/>
        </p:nvSpPr>
        <p:spPr>
          <a:xfrm>
            <a:off x="8490960" y="2620800"/>
            <a:ext cx="3433320" cy="2224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2800" spc="-1" strike="noStrike">
                <a:solidFill>
                  <a:schemeClr val="dk1"/>
                </a:solidFill>
                <a:latin typeface="Calibri"/>
              </a:rPr>
              <a:t>хранит все данные на сервере, а сотрудники получают к ним доступ</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242640" y="286560"/>
            <a:ext cx="11681640" cy="96336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solidFill>
                <a:latin typeface="Calibri Light"/>
              </a:rPr>
              <a:t>Централизованная система контроля версий</a:t>
            </a:r>
            <a:endParaRPr b="0" lang="en-US" sz="4800" spc="-1" strike="noStrike">
              <a:solidFill>
                <a:schemeClr val="dk1"/>
              </a:solidFill>
              <a:latin typeface="Calibri"/>
            </a:endParaRPr>
          </a:p>
        </p:txBody>
      </p:sp>
      <p:graphicFrame>
        <p:nvGraphicFramePr>
          <p:cNvPr id="203" name="Объект 5"/>
          <p:cNvGraphicFramePr/>
          <p:nvPr/>
        </p:nvGraphicFramePr>
        <p:xfrm>
          <a:off x="261360" y="1883520"/>
          <a:ext cx="11662920" cy="3565080"/>
        </p:xfrm>
        <a:graphic>
          <a:graphicData uri="http://schemas.openxmlformats.org/drawingml/2006/table">
            <a:tbl>
              <a:tblPr/>
              <a:tblGrid>
                <a:gridCol w="5859360"/>
                <a:gridCol w="5803560"/>
              </a:tblGrid>
              <a:tr h="370800">
                <a:tc>
                  <a:txBody>
                    <a:bodyPr anchor="t">
                      <a:noAutofit/>
                    </a:bodyPr>
                    <a:p>
                      <a:pPr defTabSz="914400">
                        <a:lnSpc>
                          <a:spcPct val="100000"/>
                        </a:lnSpc>
                      </a:pPr>
                      <a:r>
                        <a:rPr b="1" lang="ru-RU" sz="2800" spc="-1" strike="noStrike">
                          <a:solidFill>
                            <a:schemeClr val="lt1"/>
                          </a:solidFill>
                          <a:latin typeface="Calibri"/>
                        </a:rPr>
                        <a:t>Преимущества</a:t>
                      </a:r>
                      <a:endParaRPr b="0" lang="en-US" sz="2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ru-RU" sz="2800" spc="-1" strike="noStrike">
                          <a:solidFill>
                            <a:schemeClr val="lt1"/>
                          </a:solidFill>
                          <a:latin typeface="Calibri"/>
                        </a:rPr>
                        <a:t>Недостатки</a:t>
                      </a:r>
                      <a:endParaRPr b="0" lang="en-US" sz="2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b="0" lang="ru-RU" sz="2800" spc="-1" strike="noStrike">
                          <a:solidFill>
                            <a:schemeClr val="dk1"/>
                          </a:solidFill>
                          <a:latin typeface="Calibri"/>
                        </a:rPr>
                        <a:t>Можно работать в команде с другими разработчиками</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Если с сервером что-то случится, а копий данных нет, то весь проект может быть потерян.</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ru-RU" sz="2800" spc="-1" strike="noStrike">
                          <a:solidFill>
                            <a:schemeClr val="dk1"/>
                          </a:solidFill>
                          <a:latin typeface="Calibri"/>
                        </a:rPr>
                        <a:t>Проще контроль над разработчиками</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Все данные хранятся только на одном сервере. Если он выключится, то работу всей компании парализует</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ru-RU" sz="2800" spc="-1" strike="noStrike">
                          <a:solidFill>
                            <a:schemeClr val="dk1"/>
                          </a:solidFill>
                          <a:latin typeface="Calibri"/>
                        </a:rPr>
                        <a:t>Проще администрирование и контроль доступа</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Для работы необходим хороший интернет на протяжении целого дня</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242640" y="286560"/>
            <a:ext cx="11681640" cy="96336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solidFill>
                <a:latin typeface="Calibri Light"/>
              </a:rPr>
              <a:t>Распределенная система контроля версий</a:t>
            </a:r>
            <a:endParaRPr b="0" lang="en-US" sz="4800" spc="-1" strike="noStrike">
              <a:solidFill>
                <a:schemeClr val="dk1"/>
              </a:solidFill>
              <a:latin typeface="Calibri"/>
            </a:endParaRPr>
          </a:p>
        </p:txBody>
      </p:sp>
      <p:sp>
        <p:nvSpPr>
          <p:cNvPr id="205" name="Прямоугольник 4"/>
          <p:cNvSpPr/>
          <p:nvPr/>
        </p:nvSpPr>
        <p:spPr>
          <a:xfrm>
            <a:off x="8490960" y="2620800"/>
            <a:ext cx="3433320" cy="3078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2800" spc="-1" strike="noStrike">
                <a:solidFill>
                  <a:schemeClr val="dk1"/>
                </a:solidFill>
                <a:latin typeface="Calibri"/>
              </a:rPr>
              <a:t>Клиенты хранят </a:t>
            </a:r>
            <a:r>
              <a:rPr b="1" lang="ru-RU" sz="2800" spc="-1" strike="noStrike">
                <a:solidFill>
                  <a:schemeClr val="dk1"/>
                </a:solidFill>
                <a:latin typeface="Calibri"/>
              </a:rPr>
              <a:t>полную копию</a:t>
            </a:r>
            <a:r>
              <a:rPr b="0" lang="ru-RU" sz="2800" spc="-1" strike="noStrike">
                <a:solidFill>
                  <a:schemeClr val="dk1"/>
                </a:solidFill>
                <a:latin typeface="Calibri"/>
              </a:rPr>
              <a:t> всех версий проекта,</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серверов может быть сколько угодно</a:t>
            </a:r>
            <a:endParaRPr b="0" lang="en-US" sz="2800" spc="-1" strike="noStrike">
              <a:solidFill>
                <a:srgbClr val="000000"/>
              </a:solidFill>
              <a:latin typeface="Arial"/>
            </a:endParaRPr>
          </a:p>
        </p:txBody>
      </p:sp>
      <p:pic>
        <p:nvPicPr>
          <p:cNvPr id="206" name="Объект 5" descr="Вырезка экрана"/>
          <p:cNvPicPr/>
          <p:nvPr/>
        </p:nvPicPr>
        <p:blipFill>
          <a:blip r:embed="rId1"/>
          <a:stretch/>
        </p:blipFill>
        <p:spPr>
          <a:xfrm>
            <a:off x="0" y="1935360"/>
            <a:ext cx="7570440" cy="442764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242640" y="286560"/>
            <a:ext cx="11681640" cy="963360"/>
          </a:xfrm>
          <a:prstGeom prst="rect">
            <a:avLst/>
          </a:prstGeom>
          <a:noFill/>
          <a:ln w="0">
            <a:noFill/>
          </a:ln>
        </p:spPr>
        <p:txBody>
          <a:bodyPr lIns="91440" rIns="91440" tIns="45720" bIns="45720" anchor="b">
            <a:noAutofit/>
          </a:bodyPr>
          <a:p>
            <a:pPr indent="0" defTabSz="914400">
              <a:lnSpc>
                <a:spcPct val="85000"/>
              </a:lnSpc>
              <a:buNone/>
            </a:pPr>
            <a:r>
              <a:rPr b="0" lang="ru-RU" sz="4800" spc="-52" strike="noStrike">
                <a:solidFill>
                  <a:schemeClr val="dk1"/>
                </a:solidFill>
                <a:latin typeface="Calibri Light"/>
              </a:rPr>
              <a:t>Распределенная система контроля версий</a:t>
            </a:r>
            <a:endParaRPr b="0" lang="en-US" sz="4800" spc="-1" strike="noStrike">
              <a:solidFill>
                <a:schemeClr val="dk1"/>
              </a:solidFill>
              <a:latin typeface="Calibri"/>
            </a:endParaRPr>
          </a:p>
        </p:txBody>
      </p:sp>
      <p:graphicFrame>
        <p:nvGraphicFramePr>
          <p:cNvPr id="208" name="Объект 5"/>
          <p:cNvGraphicFramePr/>
          <p:nvPr/>
        </p:nvGraphicFramePr>
        <p:xfrm>
          <a:off x="261360" y="1250280"/>
          <a:ext cx="11662920" cy="4631040"/>
        </p:xfrm>
        <a:graphic>
          <a:graphicData uri="http://schemas.openxmlformats.org/drawingml/2006/table">
            <a:tbl>
              <a:tblPr/>
              <a:tblGrid>
                <a:gridCol w="7949520"/>
                <a:gridCol w="3713400"/>
              </a:tblGrid>
              <a:tr h="370800">
                <a:tc>
                  <a:txBody>
                    <a:bodyPr anchor="t">
                      <a:noAutofit/>
                    </a:bodyPr>
                    <a:p>
                      <a:pPr defTabSz="914400">
                        <a:lnSpc>
                          <a:spcPct val="100000"/>
                        </a:lnSpc>
                      </a:pPr>
                      <a:r>
                        <a:rPr b="1" lang="ru-RU" sz="2800" spc="-1" strike="noStrike">
                          <a:solidFill>
                            <a:schemeClr val="lt1"/>
                          </a:solidFill>
                          <a:latin typeface="Calibri"/>
                        </a:rPr>
                        <a:t>Преимущества</a:t>
                      </a:r>
                      <a:endParaRPr b="0" lang="en-US" sz="2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ru-RU" sz="2800" spc="-1" strike="noStrike">
                          <a:solidFill>
                            <a:schemeClr val="lt1"/>
                          </a:solidFill>
                          <a:latin typeface="Calibri"/>
                        </a:rPr>
                        <a:t>Недостатки</a:t>
                      </a:r>
                      <a:endParaRPr b="0" lang="en-US" sz="2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b="0" lang="ru-RU" sz="2800" spc="-1" strike="noStrike">
                          <a:solidFill>
                            <a:schemeClr val="dk1"/>
                          </a:solidFill>
                          <a:latin typeface="Calibri"/>
                        </a:rPr>
                        <a:t>Работа компании теперь не зависит от работы сервера. Если сервер отключится, то каждый сотрудник продолжит работу с локальной копией репозитория, а после загрузит ее на сервер</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нет встроенного контроля доступа и поддержки двоичных файлов</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tabLst>
                          <a:tab algn="l" pos="0"/>
                        </a:tabLst>
                      </a:pPr>
                      <a:r>
                        <a:rPr b="0" lang="ru-RU" sz="2800" spc="-1" strike="noStrike">
                          <a:solidFill>
                            <a:schemeClr val="dk1"/>
                          </a:solidFill>
                          <a:latin typeface="Calibri"/>
                        </a:rPr>
                        <a:t>Работа компании теперь не зависит от работы сервера. Если сервер отключится, то каждый сотрудник продолжит работу с локальной копией репозитория, а после загрузит ее на сервер</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не предлагает механизмы контроля доступа в случае проблем с безопасностью</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endParaRPr b="0" lang="ru-RU" sz="2800" spc="-1" strike="noStrike">
                        <a:solidFill>
                          <a:schemeClr val="dk1"/>
                        </a:solidFill>
                        <a:latin typeface="Calibri"/>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не отслеживает пустые папки</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0" y="201240"/>
            <a:ext cx="11327040" cy="782280"/>
          </a:xfrm>
          <a:prstGeom prst="rect">
            <a:avLst/>
          </a:prstGeom>
          <a:noFill/>
          <a:ln w="0">
            <a:noFill/>
          </a:ln>
        </p:spPr>
        <p:txBody>
          <a:bodyPr lIns="91440" rIns="91440" tIns="45720" bIns="45720" anchor="b">
            <a:normAutofit fontScale="90434"/>
          </a:bodyPr>
          <a:p>
            <a:pPr indent="0" defTabSz="914400">
              <a:lnSpc>
                <a:spcPct val="85000"/>
              </a:lnSpc>
              <a:buNone/>
            </a:pPr>
            <a:r>
              <a:rPr b="0" lang="ru-RU" sz="4800" spc="-52" strike="noStrike">
                <a:solidFill>
                  <a:schemeClr val="dk1"/>
                </a:solidFill>
                <a:latin typeface="Calibri Light"/>
              </a:rPr>
              <a:t>Системы контроля версий</a:t>
            </a:r>
            <a:r>
              <a:rPr b="0" lang="en-US" sz="4800" spc="-52" strike="noStrike">
                <a:solidFill>
                  <a:schemeClr val="dk1"/>
                </a:solidFill>
                <a:latin typeface="Calibri Light"/>
              </a:rPr>
              <a:t> - </a:t>
            </a:r>
            <a:r>
              <a:rPr b="0" lang="ru-RU" sz="4800" spc="-52" strike="noStrike">
                <a:solidFill>
                  <a:schemeClr val="dk1"/>
                </a:solidFill>
                <a:latin typeface="Calibri Light"/>
              </a:rPr>
              <a:t>возможности</a:t>
            </a:r>
            <a:endParaRPr b="0" lang="en-US" sz="4800" spc="-1" strike="noStrike">
              <a:solidFill>
                <a:schemeClr val="dk1"/>
              </a:solidFill>
              <a:latin typeface="Calibri"/>
            </a:endParaRPr>
          </a:p>
        </p:txBody>
      </p:sp>
      <p:sp>
        <p:nvSpPr>
          <p:cNvPr id="210" name="PlaceHolder 2"/>
          <p:cNvSpPr>
            <a:spLocks noGrp="1"/>
          </p:cNvSpPr>
          <p:nvPr>
            <p:ph/>
          </p:nvPr>
        </p:nvSpPr>
        <p:spPr>
          <a:xfrm>
            <a:off x="504000" y="1269000"/>
            <a:ext cx="10398600" cy="4739760"/>
          </a:xfrm>
          <a:prstGeom prst="rect">
            <a:avLst/>
          </a:prstGeom>
          <a:noFill/>
          <a:ln w="0">
            <a:noFill/>
          </a:ln>
        </p:spPr>
        <p:txBody>
          <a:bodyPr lIns="0" rIns="0" tIns="45720" bIns="45720" anchor="t">
            <a:normAutofit/>
          </a:bodyPr>
          <a:p>
            <a:pPr indent="0" defTabSz="914400">
              <a:lnSpc>
                <a:spcPct val="90000"/>
              </a:lnSpc>
              <a:spcBef>
                <a:spcPts val="1199"/>
              </a:spcBef>
              <a:spcAft>
                <a:spcPts val="201"/>
              </a:spcAft>
              <a:buNone/>
              <a:tabLst>
                <a:tab algn="l" pos="0"/>
              </a:tabLst>
            </a:pPr>
            <a:r>
              <a:rPr b="0" lang="ru-RU" sz="3200" spc="-1" strike="noStrike">
                <a:solidFill>
                  <a:schemeClr val="dk1">
                    <a:lumMod val="75000"/>
                    <a:lumOff val="25000"/>
                  </a:schemeClr>
                </a:solidFill>
                <a:latin typeface="Calibri"/>
              </a:rPr>
              <a:t>1. Сохранять все изменения в файлах в хронологическом порядке, при этом не путаясь в именах копий.</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r>
              <a:rPr b="0" lang="ru-RU" sz="3200" spc="-1" strike="noStrike">
                <a:solidFill>
                  <a:schemeClr val="dk1">
                    <a:lumMod val="75000"/>
                    <a:lumOff val="25000"/>
                  </a:schemeClr>
                </a:solidFill>
                <a:latin typeface="Calibri"/>
              </a:rPr>
              <a:t>2. Избегать неприятных ошибок в коде, вызванных непредвиденным поведением новых функций.</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r>
              <a:rPr b="0" lang="ru-RU" sz="3200" spc="-1" strike="noStrike">
                <a:solidFill>
                  <a:schemeClr val="dk1">
                    <a:lumMod val="75000"/>
                    <a:lumOff val="25000"/>
                  </a:schemeClr>
                </a:solidFill>
                <a:latin typeface="Calibri"/>
              </a:rPr>
              <a:t>3. Отслеживать, над какими файлами вы работаете.</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r>
              <a:rPr b="0" lang="ru-RU" sz="3200" spc="-1" strike="noStrike">
                <a:solidFill>
                  <a:schemeClr val="dk1">
                    <a:lumMod val="75000"/>
                    <a:lumOff val="25000"/>
                  </a:schemeClr>
                </a:solidFill>
                <a:latin typeface="Calibri"/>
              </a:rPr>
              <a:t>4. Работать параллельно над одним и тем же проектом вместе с командой.</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r>
              <a:rPr b="0" lang="ru-RU" sz="3200" spc="-1" strike="noStrike">
                <a:solidFill>
                  <a:schemeClr val="dk1">
                    <a:lumMod val="75000"/>
                    <a:lumOff val="25000"/>
                  </a:schemeClr>
                </a:solidFill>
                <a:latin typeface="Calibri"/>
              </a:rPr>
              <a:t>5. Делиться своим кодом. </a:t>
            </a:r>
            <a:endParaRPr b="0" lang="en-US" sz="32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и системы контроля версий</a:t>
            </a:r>
            <a:endParaRPr b="0" lang="en-US" sz="4800" spc="-1" strike="noStrike">
              <a:solidFill>
                <a:schemeClr val="dk1"/>
              </a:solidFill>
              <a:latin typeface="Calibri"/>
            </a:endParaRPr>
          </a:p>
        </p:txBody>
      </p:sp>
      <p:sp>
        <p:nvSpPr>
          <p:cNvPr id="212" name="PlaceHolder 2"/>
          <p:cNvSpPr>
            <a:spLocks noGrp="1"/>
          </p:cNvSpPr>
          <p:nvPr>
            <p:ph/>
          </p:nvPr>
        </p:nvSpPr>
        <p:spPr>
          <a:xfrm>
            <a:off x="1097280" y="1845720"/>
            <a:ext cx="10058040" cy="4339440"/>
          </a:xfrm>
          <a:prstGeom prst="rect">
            <a:avLst/>
          </a:prstGeom>
          <a:noFill/>
          <a:ln w="0">
            <a:noFill/>
          </a:ln>
        </p:spPr>
        <p:txBody>
          <a:bodyPr lIns="0" rIns="0" tIns="45720" bIns="45720" anchor="t">
            <a:normAutofit/>
          </a:bodyPr>
          <a:p>
            <a:pPr marL="91440" indent="-91440" defTabSz="914400">
              <a:lnSpc>
                <a:spcPct val="90000"/>
              </a:lnSpc>
              <a:spcBef>
                <a:spcPts val="1199"/>
              </a:spcBef>
              <a:spcAft>
                <a:spcPts val="201"/>
              </a:spcAft>
              <a:buClr>
                <a:srgbClr val="1cade4"/>
              </a:buClr>
              <a:buFont typeface="Calibri"/>
              <a:buChar char=" "/>
            </a:pPr>
            <a:r>
              <a:rPr b="0" i="1" lang="ru-RU" sz="3200" spc="-1" strike="noStrike">
                <a:solidFill>
                  <a:schemeClr val="dk1">
                    <a:lumMod val="75000"/>
                    <a:lumOff val="25000"/>
                  </a:schemeClr>
                </a:solidFill>
                <a:latin typeface="Calibri"/>
              </a:rPr>
              <a:t>Git</a:t>
            </a:r>
            <a:r>
              <a:rPr b="0" lang="ru-RU" sz="3200" spc="-1" strike="noStrike">
                <a:solidFill>
                  <a:schemeClr val="dk1">
                    <a:lumMod val="75000"/>
                    <a:lumOff val="25000"/>
                  </a:schemeClr>
                </a:solidFill>
                <a:latin typeface="Calibri"/>
              </a:rPr>
              <a:t> – распределенная система контроля версий, разработанная Линусом Торвальдсем для работы над ядром операционной системы </a:t>
            </a:r>
            <a:r>
              <a:rPr b="0" i="1" lang="ru-RU" sz="3200" spc="-1" strike="noStrike">
                <a:solidFill>
                  <a:schemeClr val="dk1">
                    <a:lumMod val="75000"/>
                    <a:lumOff val="25000"/>
                  </a:schemeClr>
                </a:solidFill>
                <a:latin typeface="Calibri"/>
              </a:rPr>
              <a:t>Linux</a:t>
            </a:r>
            <a:r>
              <a:rPr b="0" lang="ru-RU" sz="3200" spc="-1" strike="noStrike">
                <a:solidFill>
                  <a:schemeClr val="dk1">
                    <a:lumMod val="75000"/>
                    <a:lumOff val="25000"/>
                  </a:schemeClr>
                </a:solidFill>
                <a:latin typeface="Calibri"/>
              </a:rPr>
              <a:t>.</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i="1" lang="ru-RU" sz="3200" spc="-1" strike="noStrike">
                <a:solidFill>
                  <a:schemeClr val="dk1"/>
                </a:solidFill>
                <a:latin typeface="Calibri"/>
              </a:rPr>
              <a:t>Linux</a:t>
            </a:r>
            <a:r>
              <a:rPr b="0" lang="ru-RU" sz="3200" spc="-1" strike="noStrike">
                <a:solidFill>
                  <a:schemeClr val="dk1"/>
                </a:solidFill>
                <a:latin typeface="Calibri"/>
              </a:rPr>
              <a:t>, </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i="1" lang="ru-RU" sz="3200" spc="-1" strike="noStrike">
                <a:solidFill>
                  <a:schemeClr val="dk1"/>
                </a:solidFill>
                <a:latin typeface="Calibri"/>
              </a:rPr>
              <a:t>Qt</a:t>
            </a:r>
            <a:r>
              <a:rPr b="0" lang="ru-RU" sz="3200" spc="-1" strike="noStrike">
                <a:solidFill>
                  <a:schemeClr val="dk1"/>
                </a:solidFill>
                <a:latin typeface="Calibri"/>
              </a:rPr>
              <a:t>, </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Arial"/>
              <a:buChar char="•"/>
            </a:pPr>
            <a:r>
              <a:rPr b="0" i="1" lang="ru-RU" sz="3200" spc="-1" strike="noStrike">
                <a:solidFill>
                  <a:schemeClr val="dk1"/>
                </a:solidFill>
                <a:latin typeface="Calibri"/>
              </a:rPr>
              <a:t>Android</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3200" spc="-1" strike="noStrike">
              <a:solidFill>
                <a:schemeClr val="dk1">
                  <a:lumMod val="75000"/>
                  <a:lumOff val="25000"/>
                </a:schemeClr>
              </a:solidFill>
              <a:latin typeface="Calibri"/>
            </a:endParaRPr>
          </a:p>
        </p:txBody>
      </p:sp>
      <p:sp>
        <p:nvSpPr>
          <p:cNvPr id="213" name="TextBox 4"/>
          <p:cNvSpPr/>
          <p:nvPr/>
        </p:nvSpPr>
        <p:spPr>
          <a:xfrm>
            <a:off x="361800" y="6431400"/>
            <a:ext cx="60955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ru-RU" sz="1800" spc="-1" strike="noStrike">
                <a:solidFill>
                  <a:schemeClr val="dk1"/>
                </a:solidFill>
                <a:latin typeface="Calibri"/>
              </a:rPr>
              <a:t>Mercurial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rmAutofit/>
          </a:bodyPr>
          <a:p>
            <a:pPr indent="0" defTabSz="914400">
              <a:lnSpc>
                <a:spcPct val="85000"/>
              </a:lnSpc>
              <a:buNone/>
            </a:pPr>
            <a:r>
              <a:rPr b="0" lang="en-US" sz="4800" spc="-52" strike="noStrike">
                <a:solidFill>
                  <a:schemeClr val="dk1">
                    <a:lumMod val="75000"/>
                    <a:lumOff val="25000"/>
                  </a:schemeClr>
                </a:solidFill>
                <a:latin typeface="Calibri Light"/>
              </a:rPr>
              <a:t>Git - </a:t>
            </a:r>
            <a:r>
              <a:rPr b="0" lang="ru-RU" sz="4800" spc="-52" strike="noStrike">
                <a:solidFill>
                  <a:schemeClr val="dk1">
                    <a:lumMod val="75000"/>
                    <a:lumOff val="25000"/>
                  </a:schemeClr>
                </a:solidFill>
                <a:latin typeface="Calibri Light"/>
              </a:rPr>
              <a:t>Полезные ссылки</a:t>
            </a:r>
            <a:endParaRPr b="0" lang="en-US" sz="4800" spc="-1" strike="noStrike">
              <a:solidFill>
                <a:schemeClr val="dk1"/>
              </a:solidFill>
              <a:latin typeface="Calibri"/>
            </a:endParaRPr>
          </a:p>
        </p:txBody>
      </p:sp>
      <p:sp>
        <p:nvSpPr>
          <p:cNvPr id="215" name="PlaceHolder 2"/>
          <p:cNvSpPr>
            <a:spLocks noGrp="1"/>
          </p:cNvSpPr>
          <p:nvPr>
            <p:ph/>
          </p:nvPr>
        </p:nvSpPr>
        <p:spPr>
          <a:xfrm>
            <a:off x="190440" y="1845720"/>
            <a:ext cx="11194200" cy="4326120"/>
          </a:xfrm>
          <a:prstGeom prst="rect">
            <a:avLst/>
          </a:prstGeom>
          <a:noFill/>
          <a:ln w="0">
            <a:noFill/>
          </a:ln>
        </p:spPr>
        <p:txBody>
          <a:bodyPr lIns="0" rIns="0" tIns="45720" bIns="45720" anchor="t">
            <a:noAutofit/>
          </a:bodyPr>
          <a:p>
            <a:pPr marL="514440" indent="-514440" defTabSz="914400">
              <a:lnSpc>
                <a:spcPct val="90000"/>
              </a:lnSpc>
              <a:spcBef>
                <a:spcPts val="1199"/>
              </a:spcBef>
              <a:spcAft>
                <a:spcPts val="201"/>
              </a:spcAft>
              <a:buClr>
                <a:srgbClr val="1cade4"/>
              </a:buClr>
              <a:buFont typeface="Calibri Light"/>
              <a:buAutoNum type="arabicPeriod"/>
            </a:pPr>
            <a:r>
              <a:rPr b="0" lang="en-US" sz="3200" spc="-1" strike="noStrike" u="sng">
                <a:solidFill>
                  <a:schemeClr val="dk1">
                    <a:lumMod val="75000"/>
                    <a:lumOff val="25000"/>
                  </a:schemeClr>
                </a:solidFill>
                <a:uFillTx/>
                <a:latin typeface="Calibri"/>
                <a:hlinkClick r:id="rId1"/>
              </a:rPr>
              <a:t>https://smartiqa.ru/courses/git</a:t>
            </a:r>
            <a:endParaRPr b="0" lang="en-US" sz="32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Light"/>
              <a:buAutoNum type="arabicPeriod"/>
            </a:pPr>
            <a:r>
              <a:rPr b="0" lang="ru-RU" sz="3200" spc="-1" strike="noStrike" u="sng">
                <a:solidFill>
                  <a:schemeClr val="dk1">
                    <a:lumMod val="75000"/>
                    <a:lumOff val="25000"/>
                  </a:schemeClr>
                </a:solidFill>
                <a:uFillTx/>
                <a:latin typeface="Calibri"/>
                <a:hlinkClick r:id="rId2"/>
              </a:rPr>
              <a:t>https://learngitbranching.js.org/</a:t>
            </a:r>
            <a:r>
              <a:rPr b="0" lang="en-US" sz="3200" spc="-1" strike="noStrike">
                <a:solidFill>
                  <a:schemeClr val="dk1">
                    <a:lumMod val="75000"/>
                    <a:lumOff val="25000"/>
                  </a:schemeClr>
                </a:solidFill>
                <a:latin typeface="Calibri"/>
              </a:rPr>
              <a:t> </a:t>
            </a:r>
            <a:r>
              <a:rPr b="0" lang="ru-RU" sz="3200" spc="-1" strike="noStrike">
                <a:solidFill>
                  <a:schemeClr val="dk1">
                    <a:lumMod val="75000"/>
                    <a:lumOff val="25000"/>
                  </a:schemeClr>
                </a:solidFill>
                <a:latin typeface="Calibri"/>
              </a:rPr>
              <a:t> </a:t>
            </a:r>
            <a:r>
              <a:rPr b="0" lang="en-US" sz="3200" spc="-1" strike="noStrike">
                <a:solidFill>
                  <a:schemeClr val="dk1">
                    <a:lumMod val="75000"/>
                    <a:lumOff val="25000"/>
                  </a:schemeClr>
                </a:solidFill>
                <a:latin typeface="Calibri"/>
              </a:rPr>
              <a:t> </a:t>
            </a:r>
            <a:endParaRPr b="0" lang="en-US" sz="32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Light"/>
              <a:buAutoNum type="arabicPeriod"/>
            </a:pPr>
            <a:r>
              <a:rPr b="0" lang="ru-RU" sz="3200" spc="-1" strike="noStrike" u="sng">
                <a:solidFill>
                  <a:schemeClr val="dk1">
                    <a:lumMod val="75000"/>
                    <a:lumOff val="25000"/>
                  </a:schemeClr>
                </a:solidFill>
                <a:uFillTx/>
                <a:latin typeface="Calibri"/>
                <a:hlinkClick r:id="rId3"/>
              </a:rPr>
              <a:t>https://githowto.com/ru</a:t>
            </a:r>
            <a:r>
              <a:rPr b="0" lang="en-US" sz="3200" spc="-1" strike="noStrike">
                <a:solidFill>
                  <a:schemeClr val="dk1">
                    <a:lumMod val="75000"/>
                    <a:lumOff val="25000"/>
                  </a:schemeClr>
                </a:solidFill>
                <a:latin typeface="Calibri"/>
              </a:rPr>
              <a:t> </a:t>
            </a:r>
            <a:r>
              <a:rPr b="0" lang="ru-RU" sz="3200" spc="-1" strike="noStrike">
                <a:solidFill>
                  <a:schemeClr val="dk1">
                    <a:lumMod val="75000"/>
                    <a:lumOff val="25000"/>
                  </a:schemeClr>
                </a:solidFill>
                <a:latin typeface="Calibri"/>
              </a:rPr>
              <a:t> </a:t>
            </a:r>
            <a:endParaRPr b="0" lang="en-US" sz="32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Light"/>
              <a:buAutoNum type="arabicPeriod"/>
            </a:pPr>
            <a:r>
              <a:rPr b="0" lang="en-US" sz="3200" spc="-1" strike="noStrike" u="sng">
                <a:solidFill>
                  <a:schemeClr val="dk1">
                    <a:lumMod val="75000"/>
                    <a:lumOff val="25000"/>
                  </a:schemeClr>
                </a:solidFill>
                <a:uFillTx/>
                <a:latin typeface="Calibri"/>
                <a:hlinkClick r:id="rId4"/>
              </a:rPr>
              <a:t>https://git-scm.com/book/ru/v2/</a:t>
            </a:r>
            <a:r>
              <a:rPr b="0" lang="en-US" sz="3200" spc="-1" strike="noStrike">
                <a:solidFill>
                  <a:schemeClr val="dk1">
                    <a:lumMod val="75000"/>
                    <a:lumOff val="25000"/>
                  </a:schemeClr>
                </a:solidFill>
                <a:latin typeface="Calibri"/>
              </a:rPr>
              <a:t> </a:t>
            </a:r>
            <a:endParaRPr b="0" lang="en-US" sz="3200" spc="-1" strike="noStrike">
              <a:solidFill>
                <a:schemeClr val="dk1">
                  <a:lumMod val="75000"/>
                  <a:lumOff val="25000"/>
                </a:schemeClr>
              </a:solidFill>
              <a:latin typeface="Calibri"/>
            </a:endParaRPr>
          </a:p>
          <a:p>
            <a:pPr marL="514440" indent="-514440" defTabSz="914400">
              <a:lnSpc>
                <a:spcPct val="90000"/>
              </a:lnSpc>
              <a:spcBef>
                <a:spcPts val="1199"/>
              </a:spcBef>
              <a:spcAft>
                <a:spcPts val="201"/>
              </a:spcAft>
              <a:buClr>
                <a:srgbClr val="1cade4"/>
              </a:buClr>
              <a:buFont typeface="Calibri Light"/>
              <a:buAutoNum type="arabicPeriod"/>
            </a:pPr>
            <a:r>
              <a:rPr b="0" lang="ru-RU" sz="3200" spc="-1" strike="noStrike" u="sng">
                <a:solidFill>
                  <a:schemeClr val="dk1">
                    <a:lumMod val="75000"/>
                    <a:lumOff val="25000"/>
                  </a:schemeClr>
                </a:solidFill>
                <a:uFillTx/>
                <a:latin typeface="Calibri"/>
                <a:hlinkClick r:id="rId5"/>
              </a:rPr>
              <a:t>https://www.udemy.com/course/git-expert-4-hours/</a:t>
            </a:r>
            <a:r>
              <a:rPr b="0" lang="en-US" sz="3200" spc="-1" strike="noStrike">
                <a:solidFill>
                  <a:schemeClr val="dk1">
                    <a:lumMod val="75000"/>
                    <a:lumOff val="25000"/>
                  </a:schemeClr>
                </a:solidFill>
                <a:latin typeface="Calibri"/>
              </a:rPr>
              <a:t> </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endParaRPr b="0" lang="en-US" sz="28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установка </a:t>
            </a:r>
            <a:r>
              <a:rPr b="0" lang="en-US" sz="4800" spc="-52" strike="noStrike">
                <a:solidFill>
                  <a:schemeClr val="dk1"/>
                </a:solidFill>
                <a:latin typeface="Calibri Light"/>
              </a:rPr>
              <a:t> </a:t>
            </a:r>
            <a:endParaRPr b="0" lang="en-US" sz="4800" spc="-1" strike="noStrike">
              <a:solidFill>
                <a:schemeClr val="dk1"/>
              </a:solidFill>
              <a:latin typeface="Calibri"/>
            </a:endParaRPr>
          </a:p>
        </p:txBody>
      </p:sp>
      <p:sp>
        <p:nvSpPr>
          <p:cNvPr id="217" name="PlaceHolder 2"/>
          <p:cNvSpPr>
            <a:spLocks noGrp="1"/>
          </p:cNvSpPr>
          <p:nvPr>
            <p:ph/>
          </p:nvPr>
        </p:nvSpPr>
        <p:spPr>
          <a:xfrm>
            <a:off x="1097280" y="2209680"/>
            <a:ext cx="9403920" cy="315108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1" lang="ru-RU" sz="3200" spc="-1" strike="noStrike">
                <a:solidFill>
                  <a:schemeClr val="dk1">
                    <a:lumMod val="75000"/>
                    <a:lumOff val="25000"/>
                  </a:schemeClr>
                </a:solidFill>
                <a:latin typeface="Calibri"/>
              </a:rPr>
              <a:t>Варианты установки</a:t>
            </a:r>
            <a:r>
              <a:rPr b="0" lang="ru-RU" sz="3200" spc="-1" strike="noStrike">
                <a:solidFill>
                  <a:schemeClr val="dk1">
                    <a:lumMod val="75000"/>
                    <a:lumOff val="25000"/>
                  </a:schemeClr>
                </a:solidFill>
                <a:latin typeface="Calibri"/>
              </a:rPr>
              <a:t>:</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 </a:t>
            </a:r>
            <a:r>
              <a:rPr b="0" lang="ru-RU" sz="3200" spc="-1" strike="noStrike">
                <a:solidFill>
                  <a:schemeClr val="dk1">
                    <a:lumMod val="75000"/>
                    <a:lumOff val="25000"/>
                  </a:schemeClr>
                </a:solidFill>
                <a:latin typeface="Calibri"/>
              </a:rPr>
              <a:t>через пакетный менеджер</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 </a:t>
            </a:r>
            <a:r>
              <a:rPr b="0" lang="ru-RU" sz="3200" spc="-1" strike="noStrike">
                <a:solidFill>
                  <a:schemeClr val="dk1">
                    <a:lumMod val="75000"/>
                    <a:lumOff val="25000"/>
                  </a:schemeClr>
                </a:solidFill>
                <a:latin typeface="Calibri"/>
              </a:rPr>
              <a:t>установщик, скачанный с официального сайта (</a:t>
            </a:r>
            <a:r>
              <a:rPr b="0" lang="ru-RU" sz="3200" spc="-1" strike="noStrike" u="sng">
                <a:solidFill>
                  <a:schemeClr val="dk1">
                    <a:lumMod val="75000"/>
                    <a:lumOff val="25000"/>
                  </a:schemeClr>
                </a:solidFill>
                <a:uFillTx/>
                <a:latin typeface="Calibri"/>
                <a:hlinkClick r:id="rId1"/>
              </a:rPr>
              <a:t>https://git-scm.com/downloads</a:t>
            </a:r>
            <a:r>
              <a:rPr b="0" lang="ru-RU" sz="3200" spc="-1" strike="noStrike">
                <a:solidFill>
                  <a:schemeClr val="dk1">
                    <a:lumMod val="75000"/>
                    <a:lumOff val="25000"/>
                  </a:schemeClr>
                </a:solidFill>
                <a:latin typeface="Calibri"/>
              </a:rPr>
              <a:t> )</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en-US" sz="3200" spc="-1" strike="noStrike" u="sng">
                <a:solidFill>
                  <a:schemeClr val="dk1">
                    <a:lumMod val="75000"/>
                    <a:lumOff val="25000"/>
                  </a:schemeClr>
                </a:solidFill>
                <a:uFillTx/>
                <a:latin typeface="Calibri"/>
                <a:hlinkClick r:id="rId2"/>
              </a:rPr>
              <a:t>https://smartiqa.ru/courses/git/lesson-1</a:t>
            </a:r>
            <a:r>
              <a:rPr b="0" lang="ru-RU" sz="3200" spc="-1" strike="noStrike">
                <a:solidFill>
                  <a:schemeClr val="dk1">
                    <a:lumMod val="75000"/>
                    <a:lumOff val="25000"/>
                  </a:schemeClr>
                </a:solidFill>
                <a:latin typeface="Calibri"/>
              </a:rPr>
              <a:t>  - об установке: выбор имени основной ветки и настройка запуска </a:t>
            </a:r>
            <a:r>
              <a:rPr b="0" lang="en-US" sz="3200" spc="-1" strike="noStrike">
                <a:solidFill>
                  <a:schemeClr val="dk1">
                    <a:lumMod val="75000"/>
                    <a:lumOff val="25000"/>
                  </a:schemeClr>
                </a:solidFill>
                <a:latin typeface="Calibri"/>
              </a:rPr>
              <a:t>git </a:t>
            </a:r>
            <a:r>
              <a:rPr b="0" lang="ru-RU" sz="3200" spc="-1" strike="noStrike">
                <a:solidFill>
                  <a:schemeClr val="dk1">
                    <a:lumMod val="75000"/>
                    <a:lumOff val="25000"/>
                  </a:schemeClr>
                </a:solidFill>
                <a:latin typeface="Calibri"/>
              </a:rPr>
              <a:t>из консоли</a:t>
            </a:r>
            <a:endParaRPr b="0" lang="en-US" sz="32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основные понятия</a:t>
            </a:r>
            <a:endParaRPr b="0" lang="en-US" sz="4800" spc="-1" strike="noStrike">
              <a:solidFill>
                <a:schemeClr val="dk1"/>
              </a:solidFill>
              <a:latin typeface="Calibri"/>
            </a:endParaRPr>
          </a:p>
        </p:txBody>
      </p:sp>
      <p:sp>
        <p:nvSpPr>
          <p:cNvPr id="219" name="PlaceHolder 2"/>
          <p:cNvSpPr>
            <a:spLocks noGrp="1"/>
          </p:cNvSpPr>
          <p:nvPr>
            <p:ph/>
          </p:nvPr>
        </p:nvSpPr>
        <p:spPr>
          <a:xfrm>
            <a:off x="820080" y="2110680"/>
            <a:ext cx="10612440" cy="414072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Репозиторий </a:t>
            </a:r>
            <a:r>
              <a:rPr b="0" lang="ru-RU" sz="2400" spc="-1" strike="noStrike">
                <a:solidFill>
                  <a:schemeClr val="dk1">
                    <a:lumMod val="75000"/>
                    <a:lumOff val="25000"/>
                  </a:schemeClr>
                </a:solidFill>
                <a:latin typeface="Calibri"/>
              </a:rPr>
              <a:t>– папка проекта, отслеживаемого Git, содержащая дерево изменений проекта в хронологическом порядке. Все файлы истории хранятся в специальной папке .git/ внутри папки проекта.</a:t>
            </a:r>
            <a:endParaRPr b="0" lang="en-US" sz="24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Индекс – </a:t>
            </a:r>
            <a:r>
              <a:rPr b="0" lang="ru-RU" sz="2400" spc="-1" strike="noStrike">
                <a:solidFill>
                  <a:schemeClr val="dk1">
                    <a:lumMod val="75000"/>
                    <a:lumOff val="25000"/>
                  </a:schemeClr>
                </a:solidFill>
                <a:latin typeface="Calibri"/>
              </a:rPr>
              <a:t>файл, в котором содержатся изменения, подготовленные для добавления в коммит. Вы можете добавлять и убирать файлы из индекса.</a:t>
            </a:r>
            <a:endParaRPr b="0" lang="en-US" sz="24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Коммит – </a:t>
            </a:r>
            <a:r>
              <a:rPr b="0" lang="ru-RU" sz="2400" spc="-1" strike="noStrike">
                <a:solidFill>
                  <a:schemeClr val="dk1">
                    <a:lumMod val="75000"/>
                    <a:lumOff val="25000"/>
                  </a:schemeClr>
                </a:solidFill>
                <a:latin typeface="Calibri"/>
              </a:rPr>
              <a:t>фиксация изменений, внесенных в индекс. Другими словами, коммит – это единица изменений в вашем проекте. Коммит хранит измененные файлы, имя автора коммита и время, в которое был сделан коммит. Кроме того, каждый коммит имеет уникальный идентификатор, который позволяет в любое время к нему откатиться.</a:t>
            </a:r>
            <a:endParaRPr b="0" lang="en-US" sz="24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основные понятия</a:t>
            </a:r>
            <a:endParaRPr b="0" lang="en-US" sz="4800" spc="-1" strike="noStrike">
              <a:solidFill>
                <a:schemeClr val="dk1"/>
              </a:solidFill>
              <a:latin typeface="Calibri"/>
            </a:endParaRPr>
          </a:p>
        </p:txBody>
      </p:sp>
      <p:sp>
        <p:nvSpPr>
          <p:cNvPr id="221" name="PlaceHolder 2"/>
          <p:cNvSpPr>
            <a:spLocks noGrp="1"/>
          </p:cNvSpPr>
          <p:nvPr>
            <p:ph/>
          </p:nvPr>
        </p:nvSpPr>
        <p:spPr>
          <a:xfrm>
            <a:off x="879120" y="2185200"/>
            <a:ext cx="10276200" cy="362340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Указатели HEAD, ORIGHEAD</a:t>
            </a:r>
            <a:r>
              <a:rPr b="0" lang="ru-RU" sz="2400" spc="-1" strike="noStrike">
                <a:solidFill>
                  <a:schemeClr val="dk1">
                    <a:lumMod val="75000"/>
                    <a:lumOff val="25000"/>
                  </a:schemeClr>
                </a:solidFill>
                <a:latin typeface="Calibri"/>
              </a:rPr>
              <a:t>– это ссылка на определенный коммит. Ссылка – это некоторая метка, которую использует Git или сам пользователь, чтобы указать на коммит.</a:t>
            </a:r>
            <a:endParaRPr b="0" lang="en-US" sz="24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Ветка</a:t>
            </a:r>
            <a:r>
              <a:rPr b="0" lang="ru-RU" sz="2400" spc="-1" strike="noStrike">
                <a:solidFill>
                  <a:schemeClr val="dk1">
                    <a:lumMod val="75000"/>
                    <a:lumOff val="25000"/>
                  </a:schemeClr>
                </a:solidFill>
                <a:latin typeface="Calibri"/>
              </a:rPr>
              <a:t> – это последовательность коммитов. Технически же, ветка – это ссылка на последний коммит в этой ветке. Преимущество веток в их независимости. </a:t>
            </a:r>
            <a:endParaRPr b="0" lang="en-US" sz="24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Рабочая копия. </a:t>
            </a:r>
            <a:r>
              <a:rPr b="0" lang="ru-RU" sz="2400" spc="-1" strike="noStrike">
                <a:solidFill>
                  <a:schemeClr val="dk1">
                    <a:lumMod val="75000"/>
                    <a:lumOff val="25000"/>
                  </a:schemeClr>
                </a:solidFill>
                <a:latin typeface="Calibri"/>
              </a:rPr>
              <a:t>Директория .git/ с её содержимым относится к Git. Все остальные файлы называются рабочей копией и принадлежат пользователю</a:t>
            </a:r>
            <a:endParaRPr b="0" lang="en-US" sz="24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настройка</a:t>
            </a:r>
            <a:endParaRPr b="0" lang="en-US" sz="4800" spc="-1" strike="noStrike">
              <a:solidFill>
                <a:schemeClr val="dk1"/>
              </a:solidFill>
              <a:latin typeface="Calibri"/>
            </a:endParaRPr>
          </a:p>
        </p:txBody>
      </p:sp>
      <p:pic>
        <p:nvPicPr>
          <p:cNvPr id="223" name="Объект 5" descr="Вырезка экрана"/>
          <p:cNvPicPr/>
          <p:nvPr/>
        </p:nvPicPr>
        <p:blipFill>
          <a:blip r:embed="rId1"/>
          <a:stretch/>
        </p:blipFill>
        <p:spPr>
          <a:xfrm>
            <a:off x="15840" y="1964520"/>
            <a:ext cx="12125880" cy="3353760"/>
          </a:xfrm>
          <a:prstGeom prst="rect">
            <a:avLst/>
          </a:prstGeom>
          <a:ln w="0">
            <a:noFill/>
          </a:ln>
        </p:spPr>
      </p:pic>
      <p:sp>
        <p:nvSpPr>
          <p:cNvPr id="224" name="Прямоугольник 4"/>
          <p:cNvSpPr/>
          <p:nvPr/>
        </p:nvSpPr>
        <p:spPr>
          <a:xfrm>
            <a:off x="480600" y="5977440"/>
            <a:ext cx="48110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ru-RU" sz="1800" spc="-1" strike="noStrike">
                <a:solidFill>
                  <a:schemeClr val="dk1"/>
                </a:solidFill>
                <a:latin typeface="Calibri"/>
              </a:rPr>
              <a:t>Расположение файлов настроек (зависит от OS)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настройка</a:t>
            </a:r>
            <a:endParaRPr b="0" lang="en-US" sz="4800" spc="-1" strike="noStrike">
              <a:solidFill>
                <a:schemeClr val="dk1"/>
              </a:solidFill>
              <a:latin typeface="Calibri"/>
            </a:endParaRPr>
          </a:p>
        </p:txBody>
      </p:sp>
      <p:sp>
        <p:nvSpPr>
          <p:cNvPr id="226" name="PlaceHolder 2"/>
          <p:cNvSpPr>
            <a:spLocks noGrp="1"/>
          </p:cNvSpPr>
          <p:nvPr>
            <p:ph/>
          </p:nvPr>
        </p:nvSpPr>
        <p:spPr>
          <a:xfrm>
            <a:off x="1097280" y="1841400"/>
            <a:ext cx="9886680" cy="117648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ru-RU" sz="2800" spc="-1" strike="noStrike">
                <a:solidFill>
                  <a:schemeClr val="dk1">
                    <a:lumMod val="75000"/>
                    <a:lumOff val="25000"/>
                  </a:schemeClr>
                </a:solidFill>
                <a:latin typeface="Calibri"/>
              </a:rPr>
              <a:t>Конфигурирование </a:t>
            </a:r>
            <a:r>
              <a:rPr b="0" i="1" lang="ru-RU" sz="2800" spc="-1" strike="noStrike">
                <a:solidFill>
                  <a:schemeClr val="dk1">
                    <a:lumMod val="75000"/>
                    <a:lumOff val="25000"/>
                  </a:schemeClr>
                </a:solidFill>
                <a:latin typeface="Calibri"/>
              </a:rPr>
              <a:t>Git</a:t>
            </a:r>
            <a:r>
              <a:rPr b="0" lang="ru-RU" sz="2800" spc="-1" strike="noStrike">
                <a:solidFill>
                  <a:schemeClr val="dk1">
                    <a:lumMod val="75000"/>
                    <a:lumOff val="25000"/>
                  </a:schemeClr>
                </a:solidFill>
                <a:latin typeface="Calibri"/>
              </a:rPr>
              <a:t> с помощью утилиты командной строки:</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1" i="1" lang="ru-RU" sz="3200" spc="-1" strike="noStrike">
                <a:solidFill>
                  <a:schemeClr val="dk1">
                    <a:lumMod val="75000"/>
                    <a:lumOff val="25000"/>
                  </a:schemeClr>
                </a:solidFill>
                <a:latin typeface="Calibri"/>
              </a:rPr>
              <a:t>git config</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pPr>
            <a:endParaRPr b="0" lang="en-US" sz="2800" spc="-1" strike="noStrike">
              <a:solidFill>
                <a:schemeClr val="dk1">
                  <a:lumMod val="75000"/>
                  <a:lumOff val="25000"/>
                </a:schemeClr>
              </a:solidFill>
              <a:latin typeface="Calibri"/>
            </a:endParaRPr>
          </a:p>
        </p:txBody>
      </p:sp>
      <p:graphicFrame>
        <p:nvGraphicFramePr>
          <p:cNvPr id="227" name="Таблица 4"/>
          <p:cNvGraphicFramePr/>
          <p:nvPr/>
        </p:nvGraphicFramePr>
        <p:xfrm>
          <a:off x="1097280" y="3122280"/>
          <a:ext cx="9226080" cy="1496880"/>
        </p:xfrm>
        <a:graphic>
          <a:graphicData uri="http://schemas.openxmlformats.org/drawingml/2006/table">
            <a:tbl>
              <a:tblPr/>
              <a:tblGrid>
                <a:gridCol w="4997520"/>
                <a:gridCol w="4228560"/>
              </a:tblGrid>
              <a:tr h="370800">
                <a:tc>
                  <a:txBody>
                    <a:bodyPr anchor="t">
                      <a:noAutofit/>
                    </a:bodyPr>
                    <a:p>
                      <a:pPr defTabSz="914400">
                        <a:lnSpc>
                          <a:spcPct val="100000"/>
                        </a:lnSpc>
                      </a:pPr>
                      <a:r>
                        <a:rPr b="0" lang="ru-RU" sz="3200" spc="-1" strike="noStrike">
                          <a:solidFill>
                            <a:schemeClr val="dk1"/>
                          </a:solidFill>
                          <a:latin typeface="Calibri"/>
                        </a:rPr>
                        <a:t>На уровне </a:t>
                      </a:r>
                      <a:r>
                        <a:rPr b="1" lang="ru-RU" sz="3200" spc="-1" strike="noStrike">
                          <a:solidFill>
                            <a:schemeClr val="dk1"/>
                          </a:solidFill>
                          <a:latin typeface="Calibri"/>
                        </a:rPr>
                        <a:t>системы</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3200" spc="-1" strike="noStrike">
                          <a:solidFill>
                            <a:schemeClr val="dk1"/>
                          </a:solidFill>
                          <a:latin typeface="Calibri"/>
                        </a:rPr>
                        <a:t> </a:t>
                      </a:r>
                      <a:r>
                        <a:rPr b="0" lang="en-US" sz="3200" spc="-1" strike="noStrike">
                          <a:solidFill>
                            <a:schemeClr val="dk1"/>
                          </a:solidFill>
                          <a:latin typeface="Calibri"/>
                        </a:rPr>
                        <a:t> </a:t>
                      </a:r>
                      <a:r>
                        <a:rPr b="0" lang="en-US" sz="3200" spc="-1" strike="noStrike">
                          <a:solidFill>
                            <a:schemeClr val="dk1"/>
                          </a:solidFill>
                          <a:latin typeface="Calibri"/>
                        </a:rPr>
                        <a:t>git config --system </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ru-RU" sz="3200" spc="-1" strike="noStrike">
                          <a:solidFill>
                            <a:schemeClr val="dk1"/>
                          </a:solidFill>
                          <a:latin typeface="Calibri"/>
                        </a:rPr>
                        <a:t>На уровне </a:t>
                      </a:r>
                      <a:r>
                        <a:rPr b="1" lang="ru-RU" sz="3200" spc="-1" strike="noStrike">
                          <a:solidFill>
                            <a:schemeClr val="dk1"/>
                          </a:solidFill>
                          <a:latin typeface="Calibri"/>
                        </a:rPr>
                        <a:t>пользователя</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3200" spc="-1" strike="noStrike">
                          <a:solidFill>
                            <a:schemeClr val="dk1"/>
                          </a:solidFill>
                          <a:latin typeface="Calibri"/>
                        </a:rPr>
                        <a:t> </a:t>
                      </a:r>
                      <a:r>
                        <a:rPr b="0" lang="en-US" sz="3200" spc="-1" strike="noStrike">
                          <a:solidFill>
                            <a:schemeClr val="dk1"/>
                          </a:solidFill>
                          <a:latin typeface="Calibri"/>
                        </a:rPr>
                        <a:t> </a:t>
                      </a:r>
                      <a:r>
                        <a:rPr b="0" lang="en-US" sz="3200" spc="-1" strike="noStrike">
                          <a:solidFill>
                            <a:schemeClr val="dk1"/>
                          </a:solidFill>
                          <a:latin typeface="Calibri"/>
                        </a:rPr>
                        <a:t>git config --global</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ru-RU" sz="3200" spc="-1" strike="noStrike">
                          <a:solidFill>
                            <a:schemeClr val="dk1"/>
                          </a:solidFill>
                          <a:latin typeface="Calibri"/>
                        </a:rPr>
                        <a:t>На уровне </a:t>
                      </a:r>
                      <a:r>
                        <a:rPr b="1" lang="ru-RU" sz="3200" spc="-1" strike="noStrike">
                          <a:solidFill>
                            <a:schemeClr val="dk1"/>
                          </a:solidFill>
                          <a:latin typeface="Calibri"/>
                        </a:rPr>
                        <a:t>репозитория</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3200" spc="-1" strike="noStrike">
                          <a:solidFill>
                            <a:schemeClr val="dk1"/>
                          </a:solidFill>
                          <a:latin typeface="Calibri"/>
                        </a:rPr>
                        <a:t> </a:t>
                      </a:r>
                      <a:r>
                        <a:rPr b="0" lang="en-US" sz="3200" spc="-1" strike="noStrike">
                          <a:solidFill>
                            <a:schemeClr val="dk1"/>
                          </a:solidFill>
                          <a:latin typeface="Calibri"/>
                        </a:rPr>
                        <a:t> </a:t>
                      </a:r>
                      <a:r>
                        <a:rPr b="0" lang="en-US" sz="3200" spc="-1" strike="noStrike">
                          <a:solidFill>
                            <a:schemeClr val="dk1"/>
                          </a:solidFill>
                          <a:latin typeface="Calibri"/>
                        </a:rPr>
                        <a:t>git config </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
        <p:nvSpPr>
          <p:cNvPr id="228" name="Прямоугольник 3"/>
          <p:cNvSpPr/>
          <p:nvPr/>
        </p:nvSpPr>
        <p:spPr>
          <a:xfrm>
            <a:off x="609480" y="4963680"/>
            <a:ext cx="11099520" cy="1370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800" spc="-1" strike="noStrike">
                <a:solidFill>
                  <a:schemeClr val="dk1"/>
                </a:solidFill>
                <a:latin typeface="Courier New"/>
              </a:rPr>
              <a:t>git config name value</a:t>
            </a: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где name это название параметра, а value его значение, для того чтобы задать настройки.</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203040" y="591480"/>
            <a:ext cx="11404080" cy="98316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настройка</a:t>
            </a:r>
            <a:endParaRPr b="0" lang="en-US" sz="4800" spc="-1" strike="noStrike">
              <a:solidFill>
                <a:schemeClr val="dk1"/>
              </a:solidFill>
              <a:latin typeface="Calibri"/>
            </a:endParaRPr>
          </a:p>
        </p:txBody>
      </p:sp>
      <p:graphicFrame>
        <p:nvGraphicFramePr>
          <p:cNvPr id="230" name="Таблица 4"/>
          <p:cNvGraphicFramePr/>
          <p:nvPr/>
        </p:nvGraphicFramePr>
        <p:xfrm>
          <a:off x="0" y="1574640"/>
          <a:ext cx="12191760" cy="4026240"/>
        </p:xfrm>
        <a:graphic>
          <a:graphicData uri="http://schemas.openxmlformats.org/drawingml/2006/table">
            <a:tbl>
              <a:tblPr/>
              <a:tblGrid>
                <a:gridCol w="4165560"/>
                <a:gridCol w="8026200"/>
              </a:tblGrid>
              <a:tr h="370800">
                <a:tc>
                  <a:txBody>
                    <a:bodyPr anchor="t">
                      <a:noAutofit/>
                    </a:bodyPr>
                    <a:p>
                      <a:pPr defTabSz="914400">
                        <a:lnSpc>
                          <a:spcPct val="100000"/>
                        </a:lnSpc>
                      </a:pPr>
                      <a:r>
                        <a:rPr b="0" lang="ru-RU" sz="2400" spc="-1" strike="noStrike">
                          <a:solidFill>
                            <a:schemeClr val="dk1"/>
                          </a:solidFill>
                          <a:latin typeface="Calibri"/>
                        </a:rPr>
                        <a:t>Задать имя и </a:t>
                      </a:r>
                      <a:r>
                        <a:rPr b="0" i="1" lang="ru-RU" sz="2400" spc="-1" strike="noStrike">
                          <a:solidFill>
                            <a:schemeClr val="dk1"/>
                          </a:solidFill>
                          <a:latin typeface="Calibri"/>
                        </a:rPr>
                        <a:t>e</a:t>
                      </a:r>
                      <a:r>
                        <a:rPr b="0" i="1" lang="en-US" sz="2400" spc="-1" strike="noStrike">
                          <a:solidFill>
                            <a:schemeClr val="dk1"/>
                          </a:solidFill>
                          <a:latin typeface="Calibri"/>
                        </a:rPr>
                        <a:t>m</a:t>
                      </a:r>
                      <a:r>
                        <a:rPr b="0" i="1" lang="ru-RU" sz="2400" spc="-1" strike="noStrike">
                          <a:solidFill>
                            <a:schemeClr val="dk1"/>
                          </a:solidFill>
                          <a:latin typeface="Calibri"/>
                        </a:rPr>
                        <a:t>ail</a:t>
                      </a:r>
                      <a:r>
                        <a:rPr b="0" lang="ru-RU" sz="2400" spc="-1" strike="noStrike">
                          <a:solidFill>
                            <a:schemeClr val="dk1"/>
                          </a:solidFill>
                          <a:latin typeface="Calibri"/>
                        </a:rPr>
                        <a:t> разработчика для уровня пользователя</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2400" spc="-1" strike="noStrike">
                          <a:solidFill>
                            <a:schemeClr val="dk1"/>
                          </a:solidFill>
                          <a:latin typeface="Calibri"/>
                        </a:rPr>
                        <a:t>git config --global user.name "User"</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Calibri"/>
                        </a:rPr>
                        <a:t>git config --global user.email "user@company.com"</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ru-RU" sz="2400" spc="-1" strike="noStrike">
                          <a:solidFill>
                            <a:schemeClr val="dk1"/>
                          </a:solidFill>
                          <a:latin typeface="Calibri"/>
                        </a:rPr>
                        <a:t>Просмотреть все установленные настройки</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tabLst>
                          <a:tab algn="l" pos="0"/>
                        </a:tabLst>
                      </a:pPr>
                      <a:r>
                        <a:rPr b="0" lang="en-US" sz="2400" spc="-1" strike="noStrike">
                          <a:solidFill>
                            <a:schemeClr val="dk1"/>
                          </a:solidFill>
                          <a:latin typeface="Calibri"/>
                        </a:rPr>
                        <a:t>git config –list</a:t>
                      </a:r>
                      <a:endParaRPr b="0" lang="en-US" sz="2400" spc="-1" strike="noStrike">
                        <a:solidFill>
                          <a:srgbClr val="000000"/>
                        </a:solidFill>
                        <a:latin typeface="Arial"/>
                      </a:endParaRPr>
                    </a:p>
                    <a:p>
                      <a:pPr defTabSz="914400">
                        <a:lnSpc>
                          <a:spcPct val="100000"/>
                        </a:lnSpc>
                        <a:tabLst>
                          <a:tab algn="l" pos="0"/>
                        </a:tabLst>
                      </a:pPr>
                      <a:r>
                        <a:rPr b="0" lang="en-US" sz="2400" spc="-1" strike="noStrike">
                          <a:solidFill>
                            <a:schemeClr val="dk1"/>
                          </a:solidFill>
                          <a:latin typeface="Calibri"/>
                        </a:rPr>
                        <a:t>git config --list --show-origin</a:t>
                      </a:r>
                      <a:r>
                        <a:rPr b="0" lang="ru-RU" sz="2400" spc="-1" strike="noStrike">
                          <a:solidFill>
                            <a:schemeClr val="dk1"/>
                          </a:solidFill>
                          <a:latin typeface="Calibri"/>
                        </a:rPr>
                        <a:t> </a:t>
                      </a:r>
                      <a:endParaRPr b="0" lang="en-US" sz="2400" spc="-1" strike="noStrike">
                        <a:solidFill>
                          <a:srgbClr val="000000"/>
                        </a:solidFill>
                        <a:latin typeface="Arial"/>
                      </a:endParaRPr>
                    </a:p>
                    <a:p>
                      <a:pPr defTabSz="914400">
                        <a:lnSpc>
                          <a:spcPct val="100000"/>
                        </a:lnSpc>
                        <a:tabLst>
                          <a:tab algn="l" pos="0"/>
                        </a:tabLst>
                      </a:pPr>
                      <a:r>
                        <a:rPr b="0" lang="en-US" sz="2400" spc="-1" strike="noStrike">
                          <a:solidFill>
                            <a:schemeClr val="dk1"/>
                          </a:solidFill>
                          <a:latin typeface="Calibri"/>
                        </a:rPr>
                        <a:t>git config --local --list      # </a:t>
                      </a:r>
                      <a:r>
                        <a:rPr b="0" lang="ru-RU" sz="2400" spc="-1" strike="noStrike">
                          <a:solidFill>
                            <a:schemeClr val="dk1"/>
                          </a:solidFill>
                          <a:latin typeface="Calibri"/>
                        </a:rPr>
                        <a:t>только локальные</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ru-RU" sz="2400" spc="-1" strike="noStrike">
                          <a:solidFill>
                            <a:schemeClr val="dk1"/>
                          </a:solidFill>
                          <a:latin typeface="Calibri"/>
                        </a:rPr>
                        <a:t>Указать текстовый редактор, который будет запускать Git (модифицировать параметр </a:t>
                      </a:r>
                      <a:r>
                        <a:rPr b="0" lang="en-US" sz="2400" spc="-1" strike="noStrike">
                          <a:solidFill>
                            <a:schemeClr val="dk1"/>
                          </a:solidFill>
                          <a:latin typeface="Calibri"/>
                        </a:rPr>
                        <a:t>core.editor</a:t>
                      </a:r>
                      <a:r>
                        <a:rPr b="0" lang="ru-RU" sz="2400" spc="-1" strike="noStrike">
                          <a:solidFill>
                            <a:schemeClr val="dk1"/>
                          </a:solidFill>
                          <a:latin typeface="Calibri"/>
                        </a:rPr>
                        <a:t>)</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400" spc="-1" strike="noStrike">
                          <a:solidFill>
                            <a:schemeClr val="dk1"/>
                          </a:solidFill>
                          <a:latin typeface="Calibri"/>
                        </a:rPr>
                        <a:t>для </a:t>
                      </a:r>
                      <a:r>
                        <a:rPr b="1" lang="en-US" sz="2400" spc="-1" strike="noStrike">
                          <a:solidFill>
                            <a:schemeClr val="dk1"/>
                          </a:solidFill>
                          <a:latin typeface="Calibri"/>
                        </a:rPr>
                        <a:t>Linux</a:t>
                      </a:r>
                      <a:r>
                        <a:rPr b="0" lang="en-US" sz="2400" spc="-1" strike="noStrike">
                          <a:solidFill>
                            <a:schemeClr val="dk1"/>
                          </a:solidFill>
                          <a:latin typeface="Calibri"/>
                        </a:rPr>
                        <a:t>:</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Calibri"/>
                        </a:rPr>
                        <a:t> </a:t>
                      </a:r>
                      <a:r>
                        <a:rPr b="0" lang="en-US" sz="2400" spc="-1" strike="noStrike">
                          <a:solidFill>
                            <a:schemeClr val="dk1"/>
                          </a:solidFill>
                          <a:latin typeface="Calibri"/>
                        </a:rPr>
                        <a:t>git config --global core.editor "nano"</a:t>
                      </a:r>
                      <a:endParaRPr b="0" lang="en-US" sz="2400" spc="-1" strike="noStrike">
                        <a:solidFill>
                          <a:srgbClr val="000000"/>
                        </a:solidFill>
                        <a:latin typeface="Arial"/>
                      </a:endParaRPr>
                    </a:p>
                    <a:p>
                      <a:pPr defTabSz="914400">
                        <a:lnSpc>
                          <a:spcPct val="100000"/>
                        </a:lnSpc>
                      </a:pPr>
                      <a:r>
                        <a:rPr b="0" lang="ru-RU" sz="2400" spc="-1" strike="noStrike">
                          <a:solidFill>
                            <a:schemeClr val="dk1"/>
                          </a:solidFill>
                          <a:latin typeface="Calibri"/>
                        </a:rPr>
                        <a:t>для </a:t>
                      </a:r>
                      <a:r>
                        <a:rPr b="1" lang="en-US" sz="2400" spc="-1" strike="noStrike">
                          <a:solidFill>
                            <a:schemeClr val="dk1"/>
                          </a:solidFill>
                          <a:latin typeface="Calibri"/>
                        </a:rPr>
                        <a:t>Windows</a:t>
                      </a:r>
                      <a:r>
                        <a:rPr b="0" lang="en-US" sz="2400" spc="-1" strike="noStrike">
                          <a:solidFill>
                            <a:schemeClr val="dk1"/>
                          </a:solidFill>
                          <a:latin typeface="Calibri"/>
                        </a:rPr>
                        <a:t>:</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Calibri"/>
                        </a:rPr>
                        <a:t> </a:t>
                      </a:r>
                      <a:r>
                        <a:rPr b="0" lang="en-US" sz="2400" spc="-1" strike="noStrike">
                          <a:solidFill>
                            <a:schemeClr val="dk1"/>
                          </a:solidFill>
                          <a:latin typeface="Calibri"/>
                        </a:rPr>
                        <a:t>git config --global core.editor "notepad.exe"</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ru-RU" sz="2400" spc="-1" strike="noStrike">
                          <a:solidFill>
                            <a:schemeClr val="dk1"/>
                          </a:solidFill>
                          <a:latin typeface="Calibri"/>
                        </a:rPr>
                        <a:t>установить имя </a:t>
                      </a:r>
                      <a:r>
                        <a:rPr b="1" lang="ru-RU" sz="2400" spc="-1" strike="noStrike">
                          <a:solidFill>
                            <a:schemeClr val="dk1"/>
                          </a:solidFill>
                          <a:latin typeface="Calibri"/>
                        </a:rPr>
                        <a:t>main</a:t>
                      </a:r>
                      <a:r>
                        <a:rPr b="0" lang="ru-RU" sz="2400" spc="-1" strike="noStrike">
                          <a:solidFill>
                            <a:schemeClr val="dk1"/>
                          </a:solidFill>
                          <a:latin typeface="Calibri"/>
                        </a:rPr>
                        <a:t> для вашей ветки по умолчанию</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2400" spc="-1" strike="noStrike">
                          <a:solidFill>
                            <a:schemeClr val="dk1"/>
                          </a:solidFill>
                          <a:latin typeface="Calibri"/>
                        </a:rPr>
                        <a:t> </a:t>
                      </a:r>
                      <a:r>
                        <a:rPr b="0" lang="en-US" sz="2400" spc="-1" strike="noStrike">
                          <a:solidFill>
                            <a:schemeClr val="dk1"/>
                          </a:solidFill>
                          <a:latin typeface="Calibri"/>
                        </a:rPr>
                        <a:t>git config --global init.defaultBranch main</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help</a:t>
            </a:r>
            <a:r>
              <a:rPr b="0" lang="ru-RU" sz="4800" spc="-52" strike="noStrike">
                <a:solidFill>
                  <a:schemeClr val="dk1"/>
                </a:solidFill>
                <a:latin typeface="Calibri Light"/>
              </a:rPr>
              <a:t> </a:t>
            </a:r>
            <a:r>
              <a:rPr b="0" lang="en-US" sz="4800" spc="-52" strike="noStrike">
                <a:solidFill>
                  <a:schemeClr val="dk1"/>
                </a:solidFill>
                <a:latin typeface="Calibri Light"/>
              </a:rPr>
              <a:t> </a:t>
            </a:r>
            <a:endParaRPr b="0" lang="en-US" sz="4800" spc="-1" strike="noStrike">
              <a:solidFill>
                <a:schemeClr val="dk1"/>
              </a:solidFill>
              <a:latin typeface="Calibri"/>
            </a:endParaRPr>
          </a:p>
        </p:txBody>
      </p:sp>
      <p:graphicFrame>
        <p:nvGraphicFramePr>
          <p:cNvPr id="232" name="Таблица 2"/>
          <p:cNvGraphicFramePr/>
          <p:nvPr/>
        </p:nvGraphicFramePr>
        <p:xfrm>
          <a:off x="271800" y="1963080"/>
          <a:ext cx="11709000" cy="3532680"/>
        </p:xfrm>
        <a:graphic>
          <a:graphicData uri="http://schemas.openxmlformats.org/drawingml/2006/table">
            <a:tbl>
              <a:tblPr/>
              <a:tblGrid>
                <a:gridCol w="6635520"/>
                <a:gridCol w="5073480"/>
              </a:tblGrid>
              <a:tr h="370800">
                <a:tc>
                  <a:txBody>
                    <a:bodyPr anchor="t">
                      <a:noAutofit/>
                    </a:bodyPr>
                    <a:p>
                      <a:pPr defTabSz="914400">
                        <a:lnSpc>
                          <a:spcPct val="100000"/>
                        </a:lnSpc>
                        <a:tabLst>
                          <a:tab algn="l" pos="0"/>
                        </a:tabLst>
                      </a:pPr>
                      <a:r>
                        <a:rPr b="0" lang="ru-RU" sz="3200" spc="-1" strike="noStrike">
                          <a:solidFill>
                            <a:schemeClr val="dk1"/>
                          </a:solidFill>
                          <a:latin typeface="Calibri"/>
                        </a:rPr>
                        <a:t>Открыть руководство по команде (откроется </a:t>
                      </a:r>
                      <a:r>
                        <a:rPr b="0" lang="en-US" sz="3200" spc="-1" strike="noStrike">
                          <a:solidFill>
                            <a:schemeClr val="dk1"/>
                          </a:solidFill>
                          <a:latin typeface="Calibri"/>
                        </a:rPr>
                        <a:t>html c</a:t>
                      </a:r>
                      <a:r>
                        <a:rPr b="0" lang="ru-RU" sz="3200" spc="-1" strike="noStrike">
                          <a:solidFill>
                            <a:schemeClr val="dk1"/>
                          </a:solidFill>
                          <a:latin typeface="Calibri"/>
                        </a:rPr>
                        <a:t>траница)</a:t>
                      </a:r>
                      <a:endParaRPr b="0" lang="en-US" sz="3200" spc="-1" strike="noStrike">
                        <a:solidFill>
                          <a:srgbClr val="000000"/>
                        </a:solidFill>
                        <a:latin typeface="Arial"/>
                      </a:endParaRPr>
                    </a:p>
                    <a:p>
                      <a:pPr defTabSz="914400">
                        <a:lnSpc>
                          <a:spcPct val="100000"/>
                        </a:lnSpc>
                        <a:tabLst>
                          <a:tab algn="l" pos="0"/>
                        </a:tabLst>
                      </a:pP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3200" spc="-1" strike="noStrike">
                          <a:solidFill>
                            <a:schemeClr val="dk1"/>
                          </a:solidFill>
                          <a:latin typeface="Calibri"/>
                        </a:rPr>
                        <a:t> </a:t>
                      </a:r>
                      <a:r>
                        <a:rPr b="0" lang="ru-RU" sz="3200" spc="-1" strike="noStrike">
                          <a:solidFill>
                            <a:schemeClr val="dk1"/>
                          </a:solidFill>
                          <a:latin typeface="Calibri"/>
                        </a:rPr>
                        <a:t>git &lt;команда&gt; --help</a:t>
                      </a:r>
                      <a:endParaRPr b="0" lang="en-US" sz="3200" spc="-1" strike="noStrike">
                        <a:solidFill>
                          <a:srgbClr val="000000"/>
                        </a:solidFill>
                        <a:latin typeface="Arial"/>
                      </a:endParaRPr>
                    </a:p>
                    <a:p>
                      <a:pPr defTabSz="914400">
                        <a:lnSpc>
                          <a:spcPct val="100000"/>
                        </a:lnSpc>
                        <a:tabLst>
                          <a:tab algn="l" pos="0"/>
                        </a:tabLst>
                      </a:pPr>
                      <a:r>
                        <a:rPr b="0" lang="en-US" sz="3200" spc="-1" strike="noStrike">
                          <a:solidFill>
                            <a:schemeClr val="dk1"/>
                          </a:solidFill>
                          <a:latin typeface="Calibri"/>
                        </a:rPr>
                        <a:t> </a:t>
                      </a:r>
                      <a:r>
                        <a:rPr b="0" lang="en-US" sz="3200" spc="-1" strike="noStrike">
                          <a:solidFill>
                            <a:schemeClr val="dk1"/>
                          </a:solidFill>
                          <a:latin typeface="Calibri"/>
                        </a:rPr>
                        <a:t>git add --help</a:t>
                      </a:r>
                      <a:endParaRPr b="0" lang="en-US" sz="3200" spc="-1" strike="noStrike">
                        <a:solidFill>
                          <a:srgbClr val="000000"/>
                        </a:solidFill>
                        <a:latin typeface="Arial"/>
                      </a:endParaRPr>
                    </a:p>
                    <a:p>
                      <a:pPr defTabSz="914400">
                        <a:lnSpc>
                          <a:spcPct val="100000"/>
                        </a:lnSpc>
                        <a:tabLst>
                          <a:tab algn="l" pos="0"/>
                        </a:tabLst>
                      </a:pPr>
                      <a:endParaRPr b="0" lang="en-US" sz="3200" spc="-1" strike="noStrike">
                        <a:solidFill>
                          <a:srgbClr val="000000"/>
                        </a:solidFill>
                        <a:latin typeface="Arial"/>
                      </a:endParaRPr>
                    </a:p>
                    <a:p>
                      <a:pPr defTabSz="914400">
                        <a:lnSpc>
                          <a:spcPct val="100000"/>
                        </a:lnSpc>
                        <a:tabLst>
                          <a:tab algn="l" pos="0"/>
                        </a:tabLst>
                      </a:pPr>
                      <a:r>
                        <a:rPr b="0" lang="ru-RU" sz="3200" spc="-1" strike="noStrike">
                          <a:solidFill>
                            <a:schemeClr val="dk1"/>
                          </a:solidFill>
                          <a:latin typeface="Calibri"/>
                        </a:rPr>
                        <a:t> </a:t>
                      </a:r>
                      <a:r>
                        <a:rPr b="0" lang="ru-RU" sz="3200" spc="-1" strike="noStrike">
                          <a:solidFill>
                            <a:schemeClr val="dk1"/>
                          </a:solidFill>
                          <a:latin typeface="Calibri"/>
                        </a:rPr>
                        <a:t>git help &lt;команда&gt;</a:t>
                      </a:r>
                      <a:endParaRPr b="0" lang="en-US" sz="3200" spc="-1" strike="noStrike">
                        <a:solidFill>
                          <a:srgbClr val="000000"/>
                        </a:solidFill>
                        <a:latin typeface="Arial"/>
                      </a:endParaRPr>
                    </a:p>
                    <a:p>
                      <a:pPr defTabSz="914400">
                        <a:lnSpc>
                          <a:spcPct val="100000"/>
                        </a:lnSpc>
                        <a:tabLst>
                          <a:tab algn="l" pos="0"/>
                        </a:tabLst>
                      </a:pPr>
                      <a:r>
                        <a:rPr b="0" lang="ru-RU" sz="3200" spc="-1" strike="noStrike">
                          <a:solidFill>
                            <a:schemeClr val="dk1"/>
                          </a:solidFill>
                          <a:latin typeface="Calibri"/>
                        </a:rPr>
                        <a:t> </a:t>
                      </a:r>
                      <a:r>
                        <a:rPr b="0" lang="ru-RU" sz="3200" spc="-1" strike="noStrike">
                          <a:solidFill>
                            <a:schemeClr val="dk1"/>
                          </a:solidFill>
                          <a:latin typeface="Calibri"/>
                        </a:rPr>
                        <a:t>git help config</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3200" spc="-1" strike="noStrike">
                          <a:solidFill>
                            <a:schemeClr val="dk1"/>
                          </a:solidFill>
                          <a:latin typeface="Calibri"/>
                        </a:rPr>
                        <a:t>O</a:t>
                      </a:r>
                      <a:r>
                        <a:rPr b="0" lang="ru-RU" sz="3200" spc="-1" strike="noStrike">
                          <a:solidFill>
                            <a:schemeClr val="dk1"/>
                          </a:solidFill>
                          <a:latin typeface="Calibri"/>
                        </a:rPr>
                        <a:t>пция -h для вывода краткой инструкции по использованию</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tabLst>
                          <a:tab algn="l" pos="0"/>
                        </a:tabLst>
                      </a:pPr>
                      <a:r>
                        <a:rPr b="0" lang="ru-RU" sz="3200" spc="-1" strike="noStrike">
                          <a:solidFill>
                            <a:schemeClr val="dk1"/>
                          </a:solidFill>
                          <a:latin typeface="Calibri"/>
                        </a:rPr>
                        <a:t> </a:t>
                      </a:r>
                      <a:r>
                        <a:rPr b="0" lang="ru-RU" sz="3200" spc="-1" strike="noStrike">
                          <a:solidFill>
                            <a:schemeClr val="dk1"/>
                          </a:solidFill>
                          <a:latin typeface="Calibri"/>
                        </a:rPr>
                        <a:t>git &lt;команда&gt; -h</a:t>
                      </a:r>
                      <a:endParaRPr b="0" lang="en-US" sz="3200" spc="-1" strike="noStrike">
                        <a:solidFill>
                          <a:srgbClr val="000000"/>
                        </a:solidFill>
                        <a:latin typeface="Arial"/>
                      </a:endParaRPr>
                    </a:p>
                    <a:p>
                      <a:pPr defTabSz="914400">
                        <a:lnSpc>
                          <a:spcPct val="100000"/>
                        </a:lnSpc>
                        <a:tabLst>
                          <a:tab algn="l" pos="0"/>
                        </a:tabLst>
                      </a:pPr>
                      <a:r>
                        <a:rPr b="0" lang="ru-RU" sz="3200" spc="-1" strike="noStrike">
                          <a:solidFill>
                            <a:schemeClr val="dk1"/>
                          </a:solidFill>
                          <a:latin typeface="Calibri"/>
                        </a:rPr>
                        <a:t> </a:t>
                      </a:r>
                      <a:r>
                        <a:rPr b="0" lang="ru-RU" sz="3200" spc="-1" strike="noStrike">
                          <a:solidFill>
                            <a:schemeClr val="dk1"/>
                          </a:solidFill>
                          <a:latin typeface="Calibri"/>
                        </a:rPr>
                        <a:t>git add </a:t>
                      </a:r>
                      <a:r>
                        <a:rPr b="0" lang="en-US" sz="3200" spc="-1" strike="noStrike">
                          <a:solidFill>
                            <a:schemeClr val="dk1"/>
                          </a:solidFill>
                          <a:latin typeface="Calibri"/>
                        </a:rPr>
                        <a:t>-</a:t>
                      </a:r>
                      <a:r>
                        <a:rPr b="0" lang="ru-RU" sz="3200" spc="-1" strike="noStrike">
                          <a:solidFill>
                            <a:schemeClr val="dk1"/>
                          </a:solidFill>
                          <a:latin typeface="Calibri"/>
                        </a:rPr>
                        <a:t>h</a:t>
                      </a:r>
                      <a:r>
                        <a:rPr b="0" lang="en-US" sz="3200" spc="-1" strike="noStrike">
                          <a:solidFill>
                            <a:schemeClr val="dk1"/>
                          </a:solidFill>
                          <a:latin typeface="Calibri"/>
                        </a:rPr>
                        <a:t> </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ru-RU" sz="3200" spc="-1" strike="noStrike">
                          <a:solidFill>
                            <a:schemeClr val="dk1"/>
                          </a:solidFill>
                          <a:latin typeface="Calibri"/>
                        </a:rPr>
                        <a:t>Узнать версию установленного </a:t>
                      </a:r>
                      <a:r>
                        <a:rPr b="0" lang="en-US" sz="3200" spc="-1" strike="noStrike">
                          <a:solidFill>
                            <a:schemeClr val="dk1"/>
                          </a:solidFill>
                          <a:latin typeface="Calibri"/>
                        </a:rPr>
                        <a:t>git</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tabLst>
                          <a:tab algn="l" pos="0"/>
                        </a:tabLst>
                      </a:pPr>
                      <a:r>
                        <a:rPr b="0" lang="en-US" sz="3200" spc="-1" strike="noStrike">
                          <a:solidFill>
                            <a:schemeClr val="dk1"/>
                          </a:solidFill>
                          <a:latin typeface="Calibri"/>
                        </a:rPr>
                        <a:t> </a:t>
                      </a:r>
                      <a:r>
                        <a:rPr b="0" lang="en-US" sz="3200" spc="-1" strike="noStrike">
                          <a:solidFill>
                            <a:schemeClr val="dk1"/>
                          </a:solidFill>
                          <a:latin typeface="Calibri"/>
                        </a:rPr>
                        <a:t>git --version</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171360" y="286560"/>
            <a:ext cx="11677320" cy="1216440"/>
          </a:xfrm>
          <a:prstGeom prst="rect">
            <a:avLst/>
          </a:prstGeom>
          <a:noFill/>
          <a:ln w="0">
            <a:noFill/>
          </a:ln>
        </p:spPr>
        <p:txBody>
          <a:bodyPr lIns="91440" rIns="91440" tIns="45720" bIns="45720" anchor="b">
            <a:normAutofit fontScale="91893"/>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начало работы. </a:t>
            </a:r>
            <a:br>
              <a:rPr sz="4800"/>
            </a:br>
            <a:r>
              <a:rPr b="0" lang="ru-RU" sz="4800" spc="-52" strike="noStrike">
                <a:solidFill>
                  <a:schemeClr val="dk1">
                    <a:lumMod val="75000"/>
                    <a:lumOff val="25000"/>
                  </a:schemeClr>
                </a:solidFill>
                <a:latin typeface="Calibri Light"/>
              </a:rPr>
              <a:t>Создание удаленного репозитория</a:t>
            </a:r>
            <a:endParaRPr b="0" lang="en-US" sz="4800" spc="-1" strike="noStrike">
              <a:solidFill>
                <a:schemeClr val="dk1"/>
              </a:solidFill>
              <a:latin typeface="Calibri"/>
            </a:endParaRPr>
          </a:p>
        </p:txBody>
      </p:sp>
      <p:sp>
        <p:nvSpPr>
          <p:cNvPr id="234" name="PlaceHolder 2"/>
          <p:cNvSpPr>
            <a:spLocks noGrp="1"/>
          </p:cNvSpPr>
          <p:nvPr>
            <p:ph/>
          </p:nvPr>
        </p:nvSpPr>
        <p:spPr>
          <a:xfrm>
            <a:off x="171360" y="1845720"/>
            <a:ext cx="11677320" cy="108756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ru-RU" sz="2800" spc="-1" strike="noStrike">
                <a:solidFill>
                  <a:schemeClr val="dk1">
                    <a:lumMod val="75000"/>
                    <a:lumOff val="25000"/>
                  </a:schemeClr>
                </a:solidFill>
                <a:latin typeface="Calibri"/>
              </a:rPr>
              <a:t>В самом начале заходим на </a:t>
            </a:r>
            <a:r>
              <a:rPr b="1" lang="ru-RU" sz="2800" spc="-1" strike="noStrike">
                <a:solidFill>
                  <a:schemeClr val="dk1">
                    <a:lumMod val="75000"/>
                    <a:lumOff val="25000"/>
                  </a:schemeClr>
                </a:solidFill>
                <a:latin typeface="Calibri"/>
              </a:rPr>
              <a:t>https://github.com </a:t>
            </a:r>
            <a:r>
              <a:rPr b="0" lang="ru-RU" sz="2800" spc="-1" strike="noStrike">
                <a:solidFill>
                  <a:schemeClr val="dk1">
                    <a:lumMod val="75000"/>
                    <a:lumOff val="25000"/>
                  </a:schemeClr>
                </a:solidFill>
                <a:latin typeface="Calibri"/>
              </a:rPr>
              <a:t>(https://bitbucket.org/ ,</a:t>
            </a:r>
            <a:endParaRPr b="0" lang="en-US" sz="28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2800" spc="-1" strike="noStrike">
                <a:solidFill>
                  <a:schemeClr val="dk1">
                    <a:lumMod val="75000"/>
                    <a:lumOff val="25000"/>
                  </a:schemeClr>
                </a:solidFill>
                <a:latin typeface="Calibri"/>
              </a:rPr>
              <a:t>https://gitlab.com/) и создаем пустой репозиторий.</a:t>
            </a:r>
            <a:endParaRPr b="0" lang="en-US" sz="2800" spc="-1" strike="noStrike">
              <a:solidFill>
                <a:schemeClr val="dk1">
                  <a:lumMod val="75000"/>
                  <a:lumOff val="25000"/>
                </a:schemeClr>
              </a:solidFill>
              <a:latin typeface="Calibri"/>
            </a:endParaRPr>
          </a:p>
        </p:txBody>
      </p:sp>
      <p:pic>
        <p:nvPicPr>
          <p:cNvPr id="235" name="Рисунок 3" descr="Вырезка экрана"/>
          <p:cNvPicPr/>
          <p:nvPr/>
        </p:nvPicPr>
        <p:blipFill>
          <a:blip r:embed="rId1"/>
          <a:stretch/>
        </p:blipFill>
        <p:spPr>
          <a:xfrm>
            <a:off x="3361680" y="3655440"/>
            <a:ext cx="8240400" cy="2445840"/>
          </a:xfrm>
          <a:prstGeom prst="rect">
            <a:avLst/>
          </a:prstGeom>
          <a:ln w="0">
            <a:noFill/>
          </a:ln>
        </p:spPr>
      </p:pic>
      <p:pic>
        <p:nvPicPr>
          <p:cNvPr id="236" name="Рисунок 4" descr="Вырезка экрана"/>
          <p:cNvPicPr/>
          <p:nvPr/>
        </p:nvPicPr>
        <p:blipFill>
          <a:blip r:embed="rId2"/>
          <a:stretch/>
        </p:blipFill>
        <p:spPr>
          <a:xfrm>
            <a:off x="171360" y="3276000"/>
            <a:ext cx="2997360" cy="256572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7" name="Рисунок 2" descr="Вырезка экрана"/>
          <p:cNvPicPr/>
          <p:nvPr/>
        </p:nvPicPr>
        <p:blipFill>
          <a:blip r:embed="rId1"/>
          <a:stretch/>
        </p:blipFill>
        <p:spPr>
          <a:xfrm>
            <a:off x="449640" y="1815120"/>
            <a:ext cx="10497600" cy="4525200"/>
          </a:xfrm>
          <a:prstGeom prst="rect">
            <a:avLst/>
          </a:prstGeom>
          <a:ln w="0">
            <a:noFill/>
          </a:ln>
        </p:spPr>
      </p:pic>
      <p:sp>
        <p:nvSpPr>
          <p:cNvPr id="238" name="Title 1"/>
          <p:cNvSpPr/>
          <p:nvPr/>
        </p:nvSpPr>
        <p:spPr>
          <a:xfrm>
            <a:off x="171360" y="286560"/>
            <a:ext cx="11677320" cy="1216440"/>
          </a:xfrm>
          <a:prstGeom prst="rect">
            <a:avLst/>
          </a:prstGeom>
          <a:noFill/>
          <a:ln w="0">
            <a:noFill/>
          </a:ln>
        </p:spPr>
        <p:style>
          <a:lnRef idx="0"/>
          <a:fillRef idx="0"/>
          <a:effectRef idx="0"/>
          <a:fontRef idx="minor"/>
        </p:style>
        <p:txBody>
          <a:bodyPr anchor="b">
            <a:normAutofit fontScale="91893"/>
          </a:bodyPr>
          <a:p>
            <a:pPr defTabSz="914400">
              <a:lnSpc>
                <a:spcPct val="85000"/>
              </a:lnSpc>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начало работы. </a:t>
            </a:r>
            <a:br>
              <a:rPr sz="4800"/>
            </a:br>
            <a:r>
              <a:rPr b="0" lang="ru-RU" sz="4800" spc="-52" strike="noStrike">
                <a:solidFill>
                  <a:schemeClr val="dk1">
                    <a:lumMod val="75000"/>
                    <a:lumOff val="25000"/>
                  </a:schemeClr>
                </a:solidFill>
                <a:latin typeface="Calibri Light"/>
              </a:rPr>
              <a:t>Создание удаленного репозитория</a:t>
            </a:r>
            <a:endParaRPr b="0" lang="en-US" sz="4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1097280" y="286560"/>
            <a:ext cx="10752120" cy="111276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локального репозитория</a:t>
            </a:r>
            <a:endParaRPr b="0" lang="en-US" sz="4800" spc="-1" strike="noStrike">
              <a:solidFill>
                <a:schemeClr val="dk1"/>
              </a:solidFill>
              <a:latin typeface="Calibri"/>
            </a:endParaRPr>
          </a:p>
        </p:txBody>
      </p:sp>
      <p:graphicFrame>
        <p:nvGraphicFramePr>
          <p:cNvPr id="240" name="Таблица 4"/>
          <p:cNvGraphicFramePr/>
          <p:nvPr/>
        </p:nvGraphicFramePr>
        <p:xfrm>
          <a:off x="1097280" y="2245320"/>
          <a:ext cx="10053000" cy="2746080"/>
        </p:xfrm>
        <a:graphic>
          <a:graphicData uri="http://schemas.openxmlformats.org/drawingml/2006/table">
            <a:tbl>
              <a:tblPr/>
              <a:tblGrid>
                <a:gridCol w="1886400"/>
                <a:gridCol w="8166600"/>
              </a:tblGrid>
              <a:tr h="370800">
                <a:tc>
                  <a:txBody>
                    <a:bodyPr anchor="t">
                      <a:noAutofit/>
                    </a:bodyPr>
                    <a:p>
                      <a:pPr defTabSz="914400">
                        <a:lnSpc>
                          <a:spcPct val="100000"/>
                        </a:lnSpc>
                      </a:pPr>
                      <a:r>
                        <a:rPr b="0" lang="en-US" sz="3200" spc="-1" strike="noStrike">
                          <a:solidFill>
                            <a:schemeClr val="dk1"/>
                          </a:solidFill>
                          <a:latin typeface="Calibri"/>
                        </a:rPr>
                        <a:t>mkdir repo</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3200" spc="-1" strike="noStrike">
                          <a:solidFill>
                            <a:schemeClr val="dk1"/>
                          </a:solidFill>
                          <a:latin typeface="Calibri"/>
                        </a:rPr>
                        <a:t>C</a:t>
                      </a:r>
                      <a:r>
                        <a:rPr b="0" lang="ru-RU" sz="3200" spc="-1" strike="noStrike">
                          <a:solidFill>
                            <a:schemeClr val="dk1"/>
                          </a:solidFill>
                          <a:latin typeface="Calibri"/>
                        </a:rPr>
                        <a:t>оздать папку, в которой будет располагаться репозиторий </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3200" spc="-1" strike="noStrike">
                          <a:solidFill>
                            <a:schemeClr val="dk1"/>
                          </a:solidFill>
                          <a:latin typeface="Calibri"/>
                        </a:rPr>
                        <a:t>cd repo</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3200" spc="-1" strike="noStrike">
                          <a:solidFill>
                            <a:schemeClr val="dk1"/>
                          </a:solidFill>
                          <a:latin typeface="Calibri"/>
                        </a:rPr>
                        <a:t>Перейти в каталог </a:t>
                      </a:r>
                      <a:r>
                        <a:rPr b="0" lang="en-US" sz="3200" spc="-1" strike="noStrike">
                          <a:solidFill>
                            <a:schemeClr val="dk1"/>
                          </a:solidFill>
                          <a:latin typeface="Calibri"/>
                        </a:rPr>
                        <a:t>repo</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341000">
                <a:tc>
                  <a:txBody>
                    <a:bodyPr anchor="t">
                      <a:noAutofit/>
                    </a:bodyPr>
                    <a:p>
                      <a:pPr defTabSz="914400">
                        <a:lnSpc>
                          <a:spcPct val="100000"/>
                        </a:lnSpc>
                      </a:pPr>
                      <a:r>
                        <a:rPr b="0" lang="en-US" sz="3200" spc="-1" strike="noStrike">
                          <a:solidFill>
                            <a:schemeClr val="dk1"/>
                          </a:solidFill>
                          <a:latin typeface="Calibri"/>
                        </a:rPr>
                        <a:t>git init</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3200" spc="-1" strike="noStrike">
                          <a:solidFill>
                            <a:schemeClr val="dk1"/>
                          </a:solidFill>
                          <a:latin typeface="Calibri"/>
                        </a:rPr>
                        <a:t>Создать в текущем каталоге пустой </a:t>
                      </a:r>
                      <a:r>
                        <a:rPr b="0" i="1" lang="ru-RU" sz="3200" spc="-1" strike="noStrike">
                          <a:solidFill>
                            <a:schemeClr val="dk1"/>
                          </a:solidFill>
                          <a:latin typeface="Calibri"/>
                        </a:rPr>
                        <a:t>git </a:t>
                      </a:r>
                      <a:r>
                        <a:rPr b="0" lang="ru-RU" sz="3200" spc="-1" strike="noStrike">
                          <a:solidFill>
                            <a:schemeClr val="dk1"/>
                          </a:solidFill>
                          <a:latin typeface="Calibri"/>
                        </a:rPr>
                        <a:t>репозиторий</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1097280" y="286560"/>
            <a:ext cx="10808280" cy="9446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локального репозитория</a:t>
            </a:r>
            <a:endParaRPr b="0" lang="en-US" sz="4800" spc="-1" strike="noStrike">
              <a:solidFill>
                <a:schemeClr val="dk1"/>
              </a:solidFill>
              <a:latin typeface="Calibri"/>
            </a:endParaRPr>
          </a:p>
        </p:txBody>
      </p:sp>
      <p:pic>
        <p:nvPicPr>
          <p:cNvPr id="242" name="Рисунок 3" descr="Вырезка экрана"/>
          <p:cNvPicPr/>
          <p:nvPr/>
        </p:nvPicPr>
        <p:blipFill>
          <a:blip r:embed="rId1"/>
          <a:stretch/>
        </p:blipFill>
        <p:spPr>
          <a:xfrm>
            <a:off x="117720" y="2209320"/>
            <a:ext cx="12017160" cy="3745080"/>
          </a:xfrm>
          <a:prstGeom prst="rect">
            <a:avLst/>
          </a:prstGeom>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1097280" y="286560"/>
            <a:ext cx="10808280" cy="9446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локального репозитория</a:t>
            </a:r>
            <a:endParaRPr b="0" lang="en-US" sz="4800" spc="-1" strike="noStrike">
              <a:solidFill>
                <a:schemeClr val="dk1"/>
              </a:solidFill>
              <a:latin typeface="Calibri"/>
            </a:endParaRPr>
          </a:p>
        </p:txBody>
      </p:sp>
      <p:pic>
        <p:nvPicPr>
          <p:cNvPr id="244" name="Рисунок 2" descr="Вырезка экрана"/>
          <p:cNvPicPr/>
          <p:nvPr/>
        </p:nvPicPr>
        <p:blipFill>
          <a:blip r:embed="rId1"/>
          <a:stretch/>
        </p:blipFill>
        <p:spPr>
          <a:xfrm>
            <a:off x="1274760" y="1426320"/>
            <a:ext cx="2792880" cy="5155200"/>
          </a:xfrm>
          <a:prstGeom prst="rect">
            <a:avLst/>
          </a:prstGeom>
          <a:ln w="0">
            <a:noFill/>
          </a:ln>
        </p:spPr>
      </p:pic>
      <p:pic>
        <p:nvPicPr>
          <p:cNvPr id="245" name="Рисунок 4" descr=""/>
          <p:cNvPicPr/>
          <p:nvPr/>
        </p:nvPicPr>
        <p:blipFill>
          <a:blip r:embed="rId2"/>
          <a:stretch/>
        </p:blipFill>
        <p:spPr>
          <a:xfrm>
            <a:off x="1097280" y="1426320"/>
            <a:ext cx="2154600" cy="30960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1320840" y="44280"/>
            <a:ext cx="10058040" cy="72180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архитектура</a:t>
            </a:r>
            <a:endParaRPr b="0" lang="en-US" sz="4800" spc="-1" strike="noStrike">
              <a:solidFill>
                <a:schemeClr val="dk1"/>
              </a:solidFill>
              <a:latin typeface="Calibri"/>
            </a:endParaRPr>
          </a:p>
        </p:txBody>
      </p:sp>
      <p:pic>
        <p:nvPicPr>
          <p:cNvPr id="247" name="Рисунок 4" descr="Вырезка экрана"/>
          <p:cNvPicPr/>
          <p:nvPr/>
        </p:nvPicPr>
        <p:blipFill>
          <a:blip r:embed="rId1"/>
          <a:stretch/>
        </p:blipFill>
        <p:spPr>
          <a:xfrm>
            <a:off x="0" y="766440"/>
            <a:ext cx="7240680" cy="4256640"/>
          </a:xfrm>
          <a:prstGeom prst="rect">
            <a:avLst/>
          </a:prstGeom>
          <a:ln w="0">
            <a:noFill/>
          </a:ln>
        </p:spPr>
      </p:pic>
      <p:pic>
        <p:nvPicPr>
          <p:cNvPr id="248" name="Рисунок 3" descr="Вырезка экрана"/>
          <p:cNvPicPr/>
          <p:nvPr/>
        </p:nvPicPr>
        <p:blipFill>
          <a:blip r:embed="rId2"/>
          <a:stretch/>
        </p:blipFill>
        <p:spPr>
          <a:xfrm>
            <a:off x="7211520" y="1746360"/>
            <a:ext cx="4980240" cy="5111280"/>
          </a:xfrm>
          <a:prstGeom prst="rect">
            <a:avLst/>
          </a:prstGeom>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состояния файлов</a:t>
            </a:r>
            <a:endParaRPr b="0" lang="en-US" sz="4800" spc="-1" strike="noStrike">
              <a:solidFill>
                <a:schemeClr val="dk1"/>
              </a:solidFill>
              <a:latin typeface="Calibri"/>
            </a:endParaRPr>
          </a:p>
        </p:txBody>
      </p:sp>
      <p:graphicFrame>
        <p:nvGraphicFramePr>
          <p:cNvPr id="250" name="Таблица 2"/>
          <p:cNvGraphicFramePr/>
          <p:nvPr/>
        </p:nvGraphicFramePr>
        <p:xfrm>
          <a:off x="449640" y="1193760"/>
          <a:ext cx="11353320" cy="447120"/>
        </p:xfrm>
        <a:graphic>
          <a:graphicData uri="http://schemas.openxmlformats.org/drawingml/2006/table">
            <a:tbl>
              <a:tblPr/>
              <a:tblGrid>
                <a:gridCol w="2813040"/>
                <a:gridCol w="8540640"/>
              </a:tblGrid>
              <a:tr h="370800">
                <a:tc>
                  <a:txBody>
                    <a:bodyPr anchor="t">
                      <a:noAutofit/>
                    </a:bodyPr>
                    <a:p>
                      <a:pPr defTabSz="914400">
                        <a:lnSpc>
                          <a:spcPct val="100000"/>
                        </a:lnSpc>
                      </a:pPr>
                      <a:r>
                        <a:rPr b="0" lang="ru-RU" sz="2800" spc="-1" strike="noStrike">
                          <a:solidFill>
                            <a:schemeClr val="dk1"/>
                          </a:solidFill>
                          <a:latin typeface="Calibri"/>
                        </a:rPr>
                        <a:t>git status</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Просмотр состояния файлов рабочего каталога</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pic>
        <p:nvPicPr>
          <p:cNvPr id="251" name="Рисунок 3" descr="Вырезка экрана"/>
          <p:cNvPicPr/>
          <p:nvPr/>
        </p:nvPicPr>
        <p:blipFill>
          <a:blip r:embed="rId1"/>
          <a:stretch/>
        </p:blipFill>
        <p:spPr>
          <a:xfrm>
            <a:off x="169560" y="1888920"/>
            <a:ext cx="7443720" cy="4701960"/>
          </a:xfrm>
          <a:prstGeom prst="rect">
            <a:avLst/>
          </a:prstGeom>
          <a:ln w="0">
            <a:noFill/>
          </a:ln>
        </p:spPr>
      </p:pic>
      <p:sp>
        <p:nvSpPr>
          <p:cNvPr id="252" name="Прямоугольник 4"/>
          <p:cNvSpPr/>
          <p:nvPr/>
        </p:nvSpPr>
        <p:spPr>
          <a:xfrm>
            <a:off x="8276400" y="2274120"/>
            <a:ext cx="3526560" cy="3505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2800" spc="-1" strike="noStrike">
                <a:solidFill>
                  <a:schemeClr val="dk1"/>
                </a:solidFill>
                <a:latin typeface="Calibri"/>
              </a:rPr>
              <a:t>1.Неотслеживаемый.</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2.Отслеживаемый:</a:t>
            </a:r>
            <a:endParaRPr b="0" lang="en-US" sz="2800" spc="-1" strike="noStrike">
              <a:solidFill>
                <a:srgbClr val="000000"/>
              </a:solidFill>
              <a:latin typeface="Arial"/>
            </a:endParaRPr>
          </a:p>
          <a:p>
            <a:pPr marL="285840" indent="-285840" defTabSz="914400">
              <a:lnSpc>
                <a:spcPct val="100000"/>
              </a:lnSpc>
              <a:buClr>
                <a:srgbClr val="000000"/>
              </a:buClr>
              <a:buFont typeface="Arial"/>
              <a:buChar char="•"/>
            </a:pPr>
            <a:r>
              <a:rPr b="0" lang="ru-RU" sz="2800" spc="-1" strike="noStrike">
                <a:solidFill>
                  <a:schemeClr val="dk1"/>
                </a:solidFill>
                <a:latin typeface="Calibri"/>
              </a:rPr>
              <a:t>Неизмененный</a:t>
            </a:r>
            <a:endParaRPr b="0" lang="en-US" sz="2800" spc="-1" strike="noStrike">
              <a:solidFill>
                <a:srgbClr val="000000"/>
              </a:solidFill>
              <a:latin typeface="Arial"/>
            </a:endParaRPr>
          </a:p>
          <a:p>
            <a:pPr marL="285840" indent="-285840" defTabSz="914400">
              <a:lnSpc>
                <a:spcPct val="100000"/>
              </a:lnSpc>
              <a:buClr>
                <a:srgbClr val="000000"/>
              </a:buClr>
              <a:buFont typeface="Arial"/>
              <a:buChar char="•"/>
            </a:pPr>
            <a:r>
              <a:rPr b="0" lang="ru-RU" sz="2800" spc="-1" strike="noStrike">
                <a:solidFill>
                  <a:schemeClr val="dk1"/>
                </a:solidFill>
                <a:latin typeface="Calibri"/>
              </a:rPr>
              <a:t>Измененный</a:t>
            </a:r>
            <a:endParaRPr b="0" lang="en-US" sz="2800" spc="-1" strike="noStrike">
              <a:solidFill>
                <a:srgbClr val="000000"/>
              </a:solidFill>
              <a:latin typeface="Arial"/>
            </a:endParaRPr>
          </a:p>
          <a:p>
            <a:pPr marL="285840" indent="-285840" defTabSz="914400">
              <a:lnSpc>
                <a:spcPct val="100000"/>
              </a:lnSpc>
              <a:buClr>
                <a:srgbClr val="000000"/>
              </a:buClr>
              <a:buFont typeface="Arial"/>
              <a:buChar char="•"/>
            </a:pPr>
            <a:r>
              <a:rPr b="0" lang="ru-RU" sz="2800" spc="-1" strike="noStrike">
                <a:solidFill>
                  <a:schemeClr val="dk1"/>
                </a:solidFill>
                <a:latin typeface="Calibri"/>
              </a:rPr>
              <a:t>Подготовленный к коммиту</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состояния файлов</a:t>
            </a:r>
            <a:endParaRPr b="0" lang="en-US" sz="4800" spc="-1" strike="noStrike">
              <a:solidFill>
                <a:schemeClr val="dk1"/>
              </a:solidFill>
              <a:latin typeface="Calibri"/>
            </a:endParaRPr>
          </a:p>
        </p:txBody>
      </p:sp>
      <p:pic>
        <p:nvPicPr>
          <p:cNvPr id="254" name="Рисунок 5" descr="Вырезка экрана"/>
          <p:cNvPicPr/>
          <p:nvPr/>
        </p:nvPicPr>
        <p:blipFill>
          <a:blip r:embed="rId1"/>
          <a:stretch/>
        </p:blipFill>
        <p:spPr>
          <a:xfrm>
            <a:off x="188280" y="2062800"/>
            <a:ext cx="2778480" cy="2270160"/>
          </a:xfrm>
          <a:prstGeom prst="rect">
            <a:avLst/>
          </a:prstGeom>
          <a:ln w="0">
            <a:noFill/>
          </a:ln>
        </p:spPr>
      </p:pic>
      <p:pic>
        <p:nvPicPr>
          <p:cNvPr id="255" name="Рисунок 6" descr="Вырезка экрана"/>
          <p:cNvPicPr/>
          <p:nvPr/>
        </p:nvPicPr>
        <p:blipFill>
          <a:blip r:embed="rId2"/>
          <a:stretch/>
        </p:blipFill>
        <p:spPr>
          <a:xfrm>
            <a:off x="3303000" y="2062800"/>
            <a:ext cx="8826480" cy="418068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объекты (</a:t>
            </a:r>
            <a:r>
              <a:rPr b="0" lang="en-US" sz="4800" spc="-52" strike="noStrike">
                <a:solidFill>
                  <a:schemeClr val="dk1">
                    <a:lumMod val="75000"/>
                    <a:lumOff val="25000"/>
                  </a:schemeClr>
                </a:solidFill>
                <a:latin typeface="Calibri Light"/>
              </a:rPr>
              <a:t>.git/objects/</a:t>
            </a:r>
            <a:r>
              <a:rPr b="0" lang="ru-RU" sz="4800" spc="-52" strike="noStrike">
                <a:solidFill>
                  <a:schemeClr val="dk1">
                    <a:lumMod val="75000"/>
                    <a:lumOff val="25000"/>
                  </a:schemeClr>
                </a:solidFill>
                <a:latin typeface="Calibri Light"/>
              </a:rPr>
              <a:t>)</a:t>
            </a:r>
            <a:endParaRPr b="0" lang="en-US" sz="4800" spc="-1" strike="noStrike">
              <a:solidFill>
                <a:schemeClr val="dk1"/>
              </a:solidFill>
              <a:latin typeface="Calibri"/>
            </a:endParaRPr>
          </a:p>
        </p:txBody>
      </p:sp>
      <p:sp>
        <p:nvSpPr>
          <p:cNvPr id="257" name="Прямоугольник 2"/>
          <p:cNvSpPr/>
          <p:nvPr/>
        </p:nvSpPr>
        <p:spPr>
          <a:xfrm>
            <a:off x="186480" y="1625400"/>
            <a:ext cx="12004920" cy="4343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ru-RU" sz="2800" spc="-1" strike="noStrike">
                <a:solidFill>
                  <a:schemeClr val="dk1"/>
                </a:solidFill>
                <a:latin typeface="Calibri"/>
              </a:rPr>
              <a:t>Blob</a:t>
            </a:r>
            <a:r>
              <a:rPr b="0" lang="ru-RU" sz="2800" spc="-1" strike="noStrike">
                <a:solidFill>
                  <a:schemeClr val="dk1"/>
                </a:solidFill>
                <a:latin typeface="Calibri"/>
              </a:rPr>
              <a:t> (англ. binary large object) – бинарный файл, формируемый для каждого файла в репозитории при добавлении файла в индекс (</a:t>
            </a:r>
            <a:r>
              <a:rPr b="0" lang="en-US" sz="2800" spc="-1" strike="noStrike">
                <a:solidFill>
                  <a:schemeClr val="dk1"/>
                </a:solidFill>
                <a:latin typeface="Calibri"/>
              </a:rPr>
              <a:t>git add</a:t>
            </a:r>
            <a:r>
              <a:rPr b="0" lang="ru-RU" sz="2800" spc="-1" strike="noStrike">
                <a:solidFill>
                  <a:schemeClr val="dk1"/>
                </a:solidFill>
                <a:latin typeface="Calibri"/>
              </a:rPr>
              <a:t>), содержит его имя и сжатое содержимое. </a:t>
            </a:r>
            <a:endParaRPr b="0" lang="en-US" sz="2800" spc="-1" strike="noStrike">
              <a:solidFill>
                <a:srgbClr val="000000"/>
              </a:solidFill>
              <a:latin typeface="Arial"/>
            </a:endParaRPr>
          </a:p>
          <a:p>
            <a:pPr defTabSz="914400">
              <a:lnSpc>
                <a:spcPct val="100000"/>
              </a:lnSpc>
            </a:pPr>
            <a:endParaRPr b="0" lang="en-US" sz="1100" spc="-1" strike="noStrike">
              <a:solidFill>
                <a:srgbClr val="000000"/>
              </a:solidFill>
              <a:latin typeface="Arial"/>
            </a:endParaRPr>
          </a:p>
          <a:p>
            <a:pPr defTabSz="914400">
              <a:lnSpc>
                <a:spcPct val="100000"/>
              </a:lnSpc>
            </a:pPr>
            <a:r>
              <a:rPr b="1" lang="ru-RU" sz="2800" spc="-1" strike="noStrike">
                <a:solidFill>
                  <a:schemeClr val="dk1"/>
                </a:solidFill>
                <a:latin typeface="Calibri"/>
              </a:rPr>
              <a:t>Tree</a:t>
            </a:r>
            <a:r>
              <a:rPr b="0" lang="en-US" sz="2800" spc="-1" strike="noStrike">
                <a:solidFill>
                  <a:schemeClr val="dk1"/>
                </a:solidFill>
                <a:latin typeface="Calibri"/>
              </a:rPr>
              <a:t>  - </a:t>
            </a:r>
            <a:r>
              <a:rPr b="0" lang="ru-RU" sz="2800" spc="-1" strike="noStrike">
                <a:solidFill>
                  <a:schemeClr val="dk1"/>
                </a:solidFill>
                <a:latin typeface="Calibri"/>
              </a:rPr>
              <a:t>формируются для каждой директории репозитория </a:t>
            </a:r>
            <a:r>
              <a:rPr b="0" lang="en-US" sz="2800" spc="-1" strike="noStrike">
                <a:solidFill>
                  <a:schemeClr val="dk1"/>
                </a:solidFill>
                <a:latin typeface="Calibri"/>
              </a:rPr>
              <a:t> </a:t>
            </a:r>
            <a:r>
              <a:rPr b="0" lang="ru-RU" sz="2800" spc="-1" strike="noStrike">
                <a:solidFill>
                  <a:schemeClr val="dk1"/>
                </a:solidFill>
                <a:latin typeface="Calibri"/>
              </a:rPr>
              <a:t> во время коммита и показывают</a:t>
            </a:r>
            <a:r>
              <a:rPr b="0" lang="en-US" sz="2800" spc="-1" strike="noStrike">
                <a:solidFill>
                  <a:schemeClr val="dk1"/>
                </a:solidFill>
                <a:latin typeface="Calibri"/>
              </a:rPr>
              <a:t> </a:t>
            </a:r>
            <a:r>
              <a:rPr b="0" lang="ru-RU" sz="2800" spc="-1" strike="noStrike">
                <a:solidFill>
                  <a:schemeClr val="dk1"/>
                </a:solidFill>
                <a:latin typeface="Calibri"/>
              </a:rPr>
              <a:t>связи между файлами в репозитории. </a:t>
            </a:r>
            <a:r>
              <a:rPr b="0" lang="en-US" sz="2800" spc="-1" strike="noStrike">
                <a:solidFill>
                  <a:schemeClr val="dk1"/>
                </a:solidFill>
                <a:latin typeface="Calibri"/>
              </a:rPr>
              <a:t> Tree </a:t>
            </a:r>
            <a:r>
              <a:rPr b="0" lang="ru-RU" sz="2800" spc="-1" strike="noStrike">
                <a:solidFill>
                  <a:schemeClr val="dk1"/>
                </a:solidFill>
                <a:latin typeface="Calibri"/>
              </a:rPr>
              <a:t>состоит из имен 1) blob-объектов для файлов, которые лежат в данной директории, и 2) других деревьев для всех поддиректорий.</a:t>
            </a:r>
            <a:endParaRPr b="0" lang="en-US" sz="2800" spc="-1" strike="noStrike">
              <a:solidFill>
                <a:srgbClr val="000000"/>
              </a:solidFill>
              <a:latin typeface="Arial"/>
            </a:endParaRPr>
          </a:p>
          <a:p>
            <a:pPr defTabSz="914400">
              <a:lnSpc>
                <a:spcPct val="100000"/>
              </a:lnSpc>
            </a:pPr>
            <a:endParaRPr b="0" lang="en-US" sz="1600" spc="-1" strike="noStrike">
              <a:solidFill>
                <a:srgbClr val="000000"/>
              </a:solidFill>
              <a:latin typeface="Arial"/>
            </a:endParaRPr>
          </a:p>
          <a:p>
            <a:pPr defTabSz="914400">
              <a:lnSpc>
                <a:spcPct val="100000"/>
              </a:lnSpc>
            </a:pPr>
            <a:r>
              <a:rPr b="1" lang="en-US" sz="2800" spc="-1" strike="noStrike">
                <a:solidFill>
                  <a:schemeClr val="dk1"/>
                </a:solidFill>
                <a:latin typeface="Calibri"/>
              </a:rPr>
              <a:t>Commit </a:t>
            </a:r>
            <a:r>
              <a:rPr b="0" lang="ru-RU" sz="2800" spc="-1" strike="noStrike">
                <a:solidFill>
                  <a:schemeClr val="dk1"/>
                </a:solidFill>
                <a:latin typeface="Calibri"/>
              </a:rPr>
              <a:t>- содержит в себе имя автора коммита, время коммита и объект дерева корневой директории проекта.</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449640" y="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индексирование файлов</a:t>
            </a:r>
            <a:endParaRPr b="0" lang="en-US" sz="4800" spc="-1" strike="noStrike">
              <a:solidFill>
                <a:schemeClr val="dk1"/>
              </a:solidFill>
              <a:latin typeface="Calibri"/>
            </a:endParaRPr>
          </a:p>
        </p:txBody>
      </p:sp>
      <p:graphicFrame>
        <p:nvGraphicFramePr>
          <p:cNvPr id="259" name="Таблица 4"/>
          <p:cNvGraphicFramePr/>
          <p:nvPr/>
        </p:nvGraphicFramePr>
        <p:xfrm>
          <a:off x="449640" y="1037880"/>
          <a:ext cx="7148520" cy="447120"/>
        </p:xfrm>
        <a:graphic>
          <a:graphicData uri="http://schemas.openxmlformats.org/drawingml/2006/table">
            <a:tbl>
              <a:tblPr/>
              <a:tblGrid>
                <a:gridCol w="2060280"/>
                <a:gridCol w="5088240"/>
              </a:tblGrid>
              <a:tr h="370800">
                <a:tc>
                  <a:txBody>
                    <a:bodyPr anchor="t">
                      <a:noAutofit/>
                    </a:bodyPr>
                    <a:p>
                      <a:pPr defTabSz="914400">
                        <a:lnSpc>
                          <a:spcPct val="100000"/>
                        </a:lnSpc>
                      </a:pPr>
                      <a:r>
                        <a:rPr b="0" lang="ru-RU" sz="2800" spc="-1" strike="noStrike">
                          <a:solidFill>
                            <a:schemeClr val="dk1"/>
                          </a:solidFill>
                          <a:latin typeface="Calibri"/>
                        </a:rPr>
                        <a:t>git </a:t>
                      </a:r>
                      <a:r>
                        <a:rPr b="0" lang="en-US" sz="2800" spc="-1" strike="noStrike">
                          <a:solidFill>
                            <a:schemeClr val="dk1"/>
                          </a:solidFill>
                          <a:latin typeface="Calibri"/>
                        </a:rPr>
                        <a:t>add .</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914400">
                        <a:lnSpc>
                          <a:spcPct val="100000"/>
                        </a:lnSpc>
                      </a:pPr>
                      <a:r>
                        <a:rPr b="0" lang="ru-RU" sz="2800" spc="-1" strike="noStrike">
                          <a:solidFill>
                            <a:schemeClr val="dk1"/>
                          </a:solidFill>
                          <a:latin typeface="Calibri"/>
                        </a:rPr>
                        <a:t>Добавление</a:t>
                      </a:r>
                      <a:r>
                        <a:rPr b="0" lang="en-US" sz="2800" spc="-1" strike="noStrike">
                          <a:solidFill>
                            <a:schemeClr val="dk1"/>
                          </a:solidFill>
                          <a:latin typeface="Calibri"/>
                        </a:rPr>
                        <a:t> </a:t>
                      </a:r>
                      <a:r>
                        <a:rPr b="0" lang="ru-RU" sz="2800" spc="-1" strike="noStrike">
                          <a:solidFill>
                            <a:schemeClr val="dk1"/>
                          </a:solidFill>
                          <a:latin typeface="Calibri"/>
                        </a:rPr>
                        <a:t>файлов</a:t>
                      </a:r>
                      <a:r>
                        <a:rPr b="0" lang="en-US" sz="2800" spc="-1" strike="noStrike">
                          <a:solidFill>
                            <a:schemeClr val="dk1"/>
                          </a:solidFill>
                          <a:latin typeface="Calibri"/>
                        </a:rPr>
                        <a:t> </a:t>
                      </a:r>
                      <a:r>
                        <a:rPr b="0" lang="ru-RU" sz="2800" spc="-1" strike="noStrike">
                          <a:solidFill>
                            <a:schemeClr val="dk1"/>
                          </a:solidFill>
                          <a:latin typeface="Calibri"/>
                        </a:rPr>
                        <a:t>в </a:t>
                      </a:r>
                      <a:r>
                        <a:rPr b="0" i="1" lang="ru-RU" sz="2800" spc="-1" strike="noStrike">
                          <a:solidFill>
                            <a:schemeClr val="dk1"/>
                          </a:solidFill>
                          <a:latin typeface="Calibri"/>
                        </a:rPr>
                        <a:t>stage</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pic>
        <p:nvPicPr>
          <p:cNvPr id="260" name="Рисунок 2" descr="Вырезка экрана"/>
          <p:cNvPicPr/>
          <p:nvPr/>
        </p:nvPicPr>
        <p:blipFill>
          <a:blip r:embed="rId1"/>
          <a:srcRect l="4700" t="3602" r="1829" b="0"/>
          <a:stretch/>
        </p:blipFill>
        <p:spPr>
          <a:xfrm>
            <a:off x="132480" y="1711800"/>
            <a:ext cx="7348320" cy="4642200"/>
          </a:xfrm>
          <a:prstGeom prst="rect">
            <a:avLst/>
          </a:prstGeom>
          <a:ln w="0">
            <a:noFill/>
          </a:ln>
        </p:spPr>
      </p:pic>
      <p:sp>
        <p:nvSpPr>
          <p:cNvPr id="261" name="Прямоугольник 3"/>
          <p:cNvSpPr/>
          <p:nvPr/>
        </p:nvSpPr>
        <p:spPr>
          <a:xfrm>
            <a:off x="7986960" y="897840"/>
            <a:ext cx="4204800" cy="6067080"/>
          </a:xfrm>
          <a:prstGeom prst="rect">
            <a:avLst/>
          </a:prstGeom>
          <a:noFill/>
          <a:ln w="0">
            <a:noFill/>
          </a:ln>
        </p:spPr>
        <p:style>
          <a:lnRef idx="0"/>
          <a:fillRef idx="0"/>
          <a:effectRef idx="0"/>
          <a:fontRef idx="minor"/>
        </p:style>
        <p:txBody>
          <a:bodyPr lIns="90000" rIns="90000" tIns="45000" bIns="45000" anchor="t">
            <a:spAutoFit/>
          </a:bodyPr>
          <a:p>
            <a:pPr indent="-216000" defTabSz="914400">
              <a:lnSpc>
                <a:spcPct val="100000"/>
              </a:lnSpc>
              <a:buClr>
                <a:srgbClr val="252525"/>
              </a:buClr>
              <a:buFont typeface="Calibri Light"/>
              <a:buAutoNum type="arabicPeriod"/>
            </a:pPr>
            <a:r>
              <a:rPr b="0" lang="ru-RU" sz="2800" spc="-1" strike="noStrike">
                <a:solidFill>
                  <a:srgbClr val="252525"/>
                </a:solidFill>
                <a:latin typeface="Calibri"/>
              </a:rPr>
              <a:t>Сжимает содержимое этого файла и создает </a:t>
            </a:r>
            <a:r>
              <a:rPr b="1" lang="ru-RU" sz="2800" spc="-1" strike="noStrike">
                <a:solidFill>
                  <a:srgbClr val="007c77"/>
                </a:solidFill>
                <a:latin typeface="Calibri"/>
              </a:rPr>
              <a:t>blob-объект</a:t>
            </a:r>
            <a:r>
              <a:rPr b="0" lang="ru-RU" sz="2800" spc="-1" strike="noStrike">
                <a:solidFill>
                  <a:srgbClr val="252525"/>
                </a:solidFill>
                <a:latin typeface="Calibri"/>
              </a:rPr>
              <a:t>. Имя blob-объекта(40-символьный хэш содержимого файла, причем первые две буквы хэша отводятся под имя поддиректории в папке .git/objects, а остальные 38 – под имя самого файла) </a:t>
            </a:r>
            <a:r>
              <a:rPr b="0" lang="ru-RU" sz="2800" spc="-1" strike="noStrike">
                <a:solidFill>
                  <a:schemeClr val="dk1"/>
                </a:solidFill>
                <a:latin typeface="Calibri"/>
              </a:rPr>
              <a:t>записывается в индекс (</a:t>
            </a:r>
            <a:r>
              <a:rPr b="1" lang="ru-RU" sz="2800" spc="-1" strike="noStrike">
                <a:solidFill>
                  <a:schemeClr val="dk1"/>
                </a:solidFill>
                <a:latin typeface="Calibri"/>
              </a:rPr>
              <a:t>.</a:t>
            </a:r>
            <a:r>
              <a:rPr b="1" lang="en-US" sz="2800" spc="-1" strike="noStrike">
                <a:solidFill>
                  <a:schemeClr val="dk1"/>
                </a:solidFill>
                <a:latin typeface="Calibri"/>
              </a:rPr>
              <a:t>git/index</a:t>
            </a:r>
            <a:r>
              <a:rPr b="0" lang="en-US" sz="2800" spc="-1" strike="noStrike">
                <a:solidFill>
                  <a:schemeClr val="dk1"/>
                </a:solidFill>
                <a:latin typeface="Calibri"/>
              </a:rPr>
              <a:t>)</a:t>
            </a:r>
            <a:r>
              <a:rPr b="0" lang="ru-RU" sz="2800" spc="-1" strike="noStrike">
                <a:solidFill>
                  <a:srgbClr val="252525"/>
                </a:solidFill>
                <a:latin typeface="Calibri"/>
              </a:rPr>
              <a:t>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индексирование файлов</a:t>
            </a:r>
            <a:endParaRPr b="0" lang="en-US" sz="4800" spc="-1" strike="noStrike">
              <a:solidFill>
                <a:schemeClr val="dk1"/>
              </a:solidFill>
              <a:latin typeface="Calibri"/>
            </a:endParaRPr>
          </a:p>
        </p:txBody>
      </p:sp>
      <p:pic>
        <p:nvPicPr>
          <p:cNvPr id="263" name="Рисунок 5" descr="Вырезка экрана"/>
          <p:cNvPicPr/>
          <p:nvPr/>
        </p:nvPicPr>
        <p:blipFill>
          <a:blip r:embed="rId1"/>
          <a:stretch/>
        </p:blipFill>
        <p:spPr>
          <a:xfrm>
            <a:off x="734760" y="1193760"/>
            <a:ext cx="3543840" cy="543240"/>
          </a:xfrm>
          <a:prstGeom prst="rect">
            <a:avLst/>
          </a:prstGeom>
          <a:ln w="0">
            <a:noFill/>
          </a:ln>
        </p:spPr>
      </p:pic>
      <p:pic>
        <p:nvPicPr>
          <p:cNvPr id="264" name="Рисунок 6" descr="Вырезка экрана"/>
          <p:cNvPicPr/>
          <p:nvPr/>
        </p:nvPicPr>
        <p:blipFill>
          <a:blip r:embed="rId2"/>
          <a:stretch/>
        </p:blipFill>
        <p:spPr>
          <a:xfrm>
            <a:off x="711360" y="1882440"/>
            <a:ext cx="7648560" cy="4642920"/>
          </a:xfrm>
          <a:prstGeom prst="rect">
            <a:avLst/>
          </a:prstGeom>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609480" y="2628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индексирование файлов</a:t>
            </a:r>
            <a:endParaRPr b="0" lang="en-US" sz="4800" spc="-1" strike="noStrike">
              <a:solidFill>
                <a:schemeClr val="dk1"/>
              </a:solidFill>
              <a:latin typeface="Calibri"/>
            </a:endParaRPr>
          </a:p>
        </p:txBody>
      </p:sp>
      <p:graphicFrame>
        <p:nvGraphicFramePr>
          <p:cNvPr id="266" name="Таблица 4"/>
          <p:cNvGraphicFramePr/>
          <p:nvPr/>
        </p:nvGraphicFramePr>
        <p:xfrm>
          <a:off x="56160" y="653400"/>
          <a:ext cx="12079440" cy="5719680"/>
        </p:xfrm>
        <a:graphic>
          <a:graphicData uri="http://schemas.openxmlformats.org/drawingml/2006/table">
            <a:tbl>
              <a:tblPr/>
              <a:tblGrid>
                <a:gridCol w="5614560"/>
                <a:gridCol w="6464880"/>
              </a:tblGrid>
              <a:tr h="1271160">
                <a:tc>
                  <a:txBody>
                    <a:bodyPr anchor="t">
                      <a:noAutofit/>
                    </a:bodyPr>
                    <a:p>
                      <a:pPr defTabSz="914400">
                        <a:lnSpc>
                          <a:spcPct val="100000"/>
                        </a:lnSpc>
                      </a:pPr>
                      <a:r>
                        <a:rPr b="0" lang="en-US" sz="2800" spc="-1" strike="noStrike">
                          <a:solidFill>
                            <a:schemeClr val="dk1"/>
                          </a:solidFill>
                          <a:latin typeface="Calibri"/>
                        </a:rPr>
                        <a:t>git add filename</a:t>
                      </a: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git add README.md</a:t>
                      </a: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git add </a:t>
                      </a:r>
                      <a:r>
                        <a:rPr b="0" lang="ru-RU" sz="2800" spc="-1" strike="noStrike">
                          <a:solidFill>
                            <a:schemeClr val="dk1"/>
                          </a:solidFill>
                          <a:latin typeface="Calibri"/>
                        </a:rPr>
                        <a:t>.</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tabLst>
                          <a:tab algn="l" pos="0"/>
                        </a:tabLst>
                      </a:pPr>
                      <a:r>
                        <a:rPr b="0" lang="ru-RU" sz="2800" spc="-1" strike="noStrike">
                          <a:solidFill>
                            <a:schemeClr val="dk1"/>
                          </a:solidFill>
                          <a:latin typeface="Calibri"/>
                        </a:rPr>
                        <a:t>Добавление</a:t>
                      </a:r>
                      <a:r>
                        <a:rPr b="0" lang="en-US" sz="2800" spc="-1" strike="noStrike">
                          <a:solidFill>
                            <a:schemeClr val="dk1"/>
                          </a:solidFill>
                          <a:latin typeface="Calibri"/>
                        </a:rPr>
                        <a:t> </a:t>
                      </a:r>
                      <a:r>
                        <a:rPr b="0" lang="ru-RU" sz="2800" spc="-1" strike="noStrike">
                          <a:solidFill>
                            <a:schemeClr val="dk1"/>
                          </a:solidFill>
                          <a:latin typeface="Calibri"/>
                        </a:rPr>
                        <a:t>файла</a:t>
                      </a:r>
                      <a:r>
                        <a:rPr b="0" lang="en-US" sz="2800" spc="-1" strike="noStrike">
                          <a:solidFill>
                            <a:schemeClr val="dk1"/>
                          </a:solidFill>
                          <a:latin typeface="Calibri"/>
                        </a:rPr>
                        <a:t> </a:t>
                      </a:r>
                      <a:r>
                        <a:rPr b="0" i="1" lang="ru-RU" sz="2800" spc="-1" strike="noStrike">
                          <a:solidFill>
                            <a:schemeClr val="dk1"/>
                          </a:solidFill>
                          <a:latin typeface="Calibri"/>
                        </a:rPr>
                        <a:t>README.md</a:t>
                      </a:r>
                      <a:r>
                        <a:rPr b="0" lang="en-US" sz="2800" spc="-1" strike="noStrike">
                          <a:solidFill>
                            <a:schemeClr val="dk1"/>
                          </a:solidFill>
                          <a:latin typeface="Calibri"/>
                        </a:rPr>
                        <a:t> </a:t>
                      </a:r>
                      <a:r>
                        <a:rPr b="0" lang="ru-RU" sz="2800" spc="-1" strike="noStrike">
                          <a:solidFill>
                            <a:schemeClr val="dk1"/>
                          </a:solidFill>
                          <a:latin typeface="Calibri"/>
                        </a:rPr>
                        <a:t>в stage(индекс)</a:t>
                      </a:r>
                      <a:r>
                        <a:rPr b="0" i="1" lang="en-US" sz="2800" spc="-1" strike="noStrike">
                          <a:solidFill>
                            <a:schemeClr val="dk1"/>
                          </a:solidFill>
                          <a:latin typeface="Calibri"/>
                        </a:rPr>
                        <a:t>.</a:t>
                      </a:r>
                      <a:r>
                        <a:rPr b="0" i="1" lang="ru-RU" sz="2800" spc="-1" strike="noStrike">
                          <a:solidFill>
                            <a:schemeClr val="dk1"/>
                          </a:solidFill>
                          <a:latin typeface="Calibri"/>
                        </a:rPr>
                        <a:t> </a:t>
                      </a:r>
                      <a:r>
                        <a:rPr b="0" lang="ru-RU" sz="1800" spc="-1" strike="noStrike">
                          <a:solidFill>
                            <a:schemeClr val="dk1"/>
                          </a:solidFill>
                          <a:latin typeface="Calibri"/>
                        </a:rPr>
                        <a:t>Только </a:t>
                      </a:r>
                      <a:r>
                        <a:rPr b="1" lang="ru-RU" sz="1800" spc="-1" strike="noStrike">
                          <a:solidFill>
                            <a:schemeClr val="dk1"/>
                          </a:solidFill>
                          <a:latin typeface="Calibri"/>
                        </a:rPr>
                        <a:t>новые, измененные и удаленные</a:t>
                      </a:r>
                      <a:r>
                        <a:rPr b="0" lang="ru-RU" sz="1800" spc="-1" strike="noStrike">
                          <a:solidFill>
                            <a:schemeClr val="dk1"/>
                          </a:solidFill>
                          <a:latin typeface="Calibri"/>
                        </a:rPr>
                        <a:t> файлы в текущей рабочей директории</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18720">
                <a:tc>
                  <a:txBody>
                    <a:bodyPr anchor="t">
                      <a:noAutofit/>
                    </a:bodyPr>
                    <a:p>
                      <a:pPr defTabSz="914400">
                        <a:lnSpc>
                          <a:spcPct val="100000"/>
                        </a:lnSpc>
                      </a:pPr>
                      <a:r>
                        <a:rPr b="0" lang="en-US" sz="2800" spc="-1" strike="noStrike">
                          <a:solidFill>
                            <a:schemeClr val="dk1"/>
                          </a:solidFill>
                          <a:latin typeface="Calibri"/>
                        </a:rPr>
                        <a:t>git add -A</a:t>
                      </a: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git add --all</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Добавляем все измененные файлы </a:t>
                      </a:r>
                      <a:r>
                        <a:rPr b="0" lang="ru-RU" sz="1800" spc="-1" strike="noStrike">
                          <a:solidFill>
                            <a:schemeClr val="dk1"/>
                          </a:solidFill>
                          <a:latin typeface="Calibri"/>
                        </a:rPr>
                        <a:t>во всем репозитории,  даже файлы, расположенные выше по дереву</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502560">
                <a:tc>
                  <a:txBody>
                    <a:bodyPr anchor="t">
                      <a:noAutofit/>
                    </a:bodyPr>
                    <a:p>
                      <a:pPr defTabSz="914400">
                        <a:lnSpc>
                          <a:spcPct val="100000"/>
                        </a:lnSpc>
                      </a:pPr>
                      <a:r>
                        <a:rPr b="0" lang="en-US" sz="2800" spc="-1" strike="noStrike">
                          <a:solidFill>
                            <a:schemeClr val="dk1"/>
                          </a:solidFill>
                          <a:latin typeface="Calibri"/>
                        </a:rPr>
                        <a:t>git rm --cached &lt;file-path&gt;</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tabLst>
                          <a:tab algn="l" pos="0"/>
                        </a:tabLst>
                      </a:pPr>
                      <a:r>
                        <a:rPr b="0" lang="ru-RU" sz="2400" spc="-1" strike="noStrike">
                          <a:solidFill>
                            <a:schemeClr val="dk1"/>
                          </a:solidFill>
                          <a:latin typeface="Calibri"/>
                        </a:rPr>
                        <a:t>Удалить файл из области индексации Git, </a:t>
                      </a:r>
                      <a:r>
                        <a:rPr b="0" lang="ru-RU" sz="1800" spc="-1" strike="noStrike">
                          <a:solidFill>
                            <a:schemeClr val="dk1"/>
                          </a:solidFill>
                          <a:latin typeface="Calibri"/>
                        </a:rPr>
                        <a:t>но сохранить локальную копию в рабочей директории</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02560">
                <a:tc>
                  <a:txBody>
                    <a:bodyPr anchor="t">
                      <a:noAutofit/>
                    </a:bodyPr>
                    <a:p>
                      <a:pPr defTabSz="914400">
                        <a:lnSpc>
                          <a:spcPct val="100000"/>
                        </a:lnSpc>
                      </a:pPr>
                      <a:r>
                        <a:rPr b="0" lang="en-US" sz="2800" spc="-1" strike="noStrike">
                          <a:solidFill>
                            <a:schemeClr val="dk1"/>
                          </a:solidFill>
                          <a:latin typeface="Calibri"/>
                        </a:rPr>
                        <a:t>cat fff.txt</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tabLst>
                          <a:tab algn="l" pos="0"/>
                        </a:tabLst>
                      </a:pPr>
                      <a:r>
                        <a:rPr b="0" lang="ru-RU" sz="2400" spc="-1" strike="noStrike">
                          <a:solidFill>
                            <a:schemeClr val="dk1"/>
                          </a:solidFill>
                          <a:latin typeface="Calibri"/>
                        </a:rPr>
                        <a:t>Просмотреть содержимое файла</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918720">
                <a:tc>
                  <a:txBody>
                    <a:bodyPr anchor="t">
                      <a:noAutofit/>
                    </a:bodyPr>
                    <a:p>
                      <a:pPr defTabSz="914400">
                        <a:lnSpc>
                          <a:spcPct val="100000"/>
                        </a:lnSpc>
                        <a:tabLst>
                          <a:tab algn="l" pos="0"/>
                        </a:tabLst>
                      </a:pPr>
                      <a:r>
                        <a:rPr b="0" lang="ru-RU" sz="2800" spc="-1" strike="noStrike">
                          <a:solidFill>
                            <a:schemeClr val="dk1"/>
                          </a:solidFill>
                          <a:latin typeface="Calibri"/>
                        </a:rPr>
                        <a:t>echo "</a:t>
                      </a:r>
                      <a:r>
                        <a:rPr b="0" lang="ru-RU" sz="2400" spc="-1" strike="noStrike">
                          <a:solidFill>
                            <a:schemeClr val="dk1"/>
                          </a:solidFill>
                          <a:latin typeface="Calibri"/>
                        </a:rPr>
                        <a:t>Полностью новое содержимое файла</a:t>
                      </a:r>
                      <a:r>
                        <a:rPr b="0" lang="ru-RU" sz="2800" spc="-1" strike="noStrike">
                          <a:solidFill>
                            <a:schemeClr val="dk1"/>
                          </a:solidFill>
                          <a:latin typeface="Calibri"/>
                        </a:rPr>
                        <a:t>" &gt; имя_файла.txt</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tabLst>
                          <a:tab algn="l" pos="0"/>
                        </a:tabLst>
                      </a:pPr>
                      <a:r>
                        <a:rPr b="0" lang="ru-RU" sz="2400" spc="-1" strike="noStrike">
                          <a:solidFill>
                            <a:schemeClr val="dk1"/>
                          </a:solidFill>
                          <a:latin typeface="Calibri"/>
                        </a:rPr>
                        <a:t>Перезаписать содержимое файла или создать новый файл</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034640">
                <a:tc>
                  <a:txBody>
                    <a:bodyPr anchor="t">
                      <a:noAutofit/>
                    </a:bodyPr>
                    <a:p>
                      <a:pPr defTabSz="914400">
                        <a:lnSpc>
                          <a:spcPct val="100000"/>
                        </a:lnSpc>
                        <a:tabLst>
                          <a:tab algn="l" pos="0"/>
                        </a:tabLst>
                      </a:pPr>
                      <a:r>
                        <a:rPr b="0" lang="ru-RU" sz="3200" spc="-1" strike="noStrike">
                          <a:solidFill>
                            <a:schemeClr val="dk1"/>
                          </a:solidFill>
                          <a:latin typeface="Calibri"/>
                        </a:rPr>
                        <a:t>echo “</a:t>
                      </a:r>
                      <a:r>
                        <a:rPr b="0" lang="ru-RU" sz="2800" spc="-1" strike="noStrike">
                          <a:solidFill>
                            <a:schemeClr val="dk1"/>
                          </a:solidFill>
                          <a:latin typeface="Calibri"/>
                        </a:rPr>
                        <a:t>Дописать в конец файла</a:t>
                      </a:r>
                      <a:r>
                        <a:rPr b="0" lang="ru-RU" sz="3200" spc="-1" strike="noStrike">
                          <a:solidFill>
                            <a:schemeClr val="dk1"/>
                          </a:solidFill>
                          <a:latin typeface="Calibri"/>
                        </a:rPr>
                        <a:t>" &gt;</a:t>
                      </a:r>
                      <a:r>
                        <a:rPr b="0" lang="en-US" sz="3200" spc="-1" strike="noStrike">
                          <a:solidFill>
                            <a:schemeClr val="dk1"/>
                          </a:solidFill>
                          <a:latin typeface="Calibri"/>
                        </a:rPr>
                        <a:t>&gt;</a:t>
                      </a:r>
                      <a:r>
                        <a:rPr b="0" lang="ru-RU" sz="3200" spc="-1" strike="noStrike">
                          <a:solidFill>
                            <a:schemeClr val="dk1"/>
                          </a:solidFill>
                          <a:latin typeface="Calibri"/>
                        </a:rPr>
                        <a:t> имя_файла.txt</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tabLst>
                          <a:tab algn="l" pos="0"/>
                        </a:tabLst>
                      </a:pPr>
                      <a:r>
                        <a:rPr b="0" lang="ru-RU" sz="2400" spc="-1" strike="noStrike">
                          <a:solidFill>
                            <a:schemeClr val="dk1"/>
                          </a:solidFill>
                          <a:latin typeface="Calibri"/>
                        </a:rPr>
                        <a:t>Дописать текст в конец файла</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28760">
                <a:tc>
                  <a:txBody>
                    <a:bodyPr anchor="t">
                      <a:noAutofit/>
                    </a:bodyPr>
                    <a:p>
                      <a:pPr defTabSz="914400">
                        <a:lnSpc>
                          <a:spcPct val="100000"/>
                        </a:lnSpc>
                        <a:tabLst>
                          <a:tab algn="l" pos="0"/>
                        </a:tabLst>
                      </a:pPr>
                      <a:r>
                        <a:rPr b="0" lang="en-US" sz="2800" spc="-1" strike="noStrike">
                          <a:solidFill>
                            <a:schemeClr val="dk1"/>
                          </a:solidFill>
                          <a:latin typeface="Calibri"/>
                        </a:rPr>
                        <a:t>touch file.txt</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tabLst>
                          <a:tab algn="l" pos="0"/>
                        </a:tabLst>
                      </a:pPr>
                      <a:r>
                        <a:rPr b="0" lang="ru-RU" sz="2400" spc="-1" strike="noStrike">
                          <a:solidFill>
                            <a:schemeClr val="dk1"/>
                          </a:solidFill>
                          <a:latin typeface="Calibri"/>
                        </a:rPr>
                        <a:t>Создать файл</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609480" y="23652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коммита</a:t>
            </a:r>
            <a:endParaRPr b="0" lang="en-US" sz="4800" spc="-1" strike="noStrike">
              <a:solidFill>
                <a:schemeClr val="dk1"/>
              </a:solidFill>
              <a:latin typeface="Calibri"/>
            </a:endParaRPr>
          </a:p>
        </p:txBody>
      </p:sp>
      <p:graphicFrame>
        <p:nvGraphicFramePr>
          <p:cNvPr id="268" name="Таблица 4"/>
          <p:cNvGraphicFramePr/>
          <p:nvPr/>
        </p:nvGraphicFramePr>
        <p:xfrm>
          <a:off x="203040" y="863640"/>
          <a:ext cx="11709000" cy="4889520"/>
        </p:xfrm>
        <a:graphic>
          <a:graphicData uri="http://schemas.openxmlformats.org/drawingml/2006/table">
            <a:tbl>
              <a:tblPr/>
              <a:tblGrid>
                <a:gridCol w="5077800"/>
                <a:gridCol w="6631200"/>
              </a:tblGrid>
              <a:tr h="1010520">
                <a:tc>
                  <a:txBody>
                    <a:bodyPr anchor="t">
                      <a:noAutofit/>
                    </a:bodyPr>
                    <a:p>
                      <a:pPr defTabSz="914400">
                        <a:lnSpc>
                          <a:spcPct val="100000"/>
                        </a:lnSpc>
                      </a:pPr>
                      <a:r>
                        <a:rPr b="0" lang="en-US" sz="2800" spc="-1" strike="noStrike">
                          <a:solidFill>
                            <a:schemeClr val="dk1"/>
                          </a:solidFill>
                          <a:latin typeface="Calibri"/>
                        </a:rPr>
                        <a:t>git commit -m “message”</a:t>
                      </a: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git commit -m "[create repository]"</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2800" spc="-1" strike="noStrike">
                          <a:solidFill>
                            <a:schemeClr val="dk1"/>
                          </a:solidFill>
                          <a:latin typeface="Calibri"/>
                        </a:rPr>
                        <a:t>commit </a:t>
                      </a:r>
                      <a:r>
                        <a:rPr b="0" lang="ru-RU" sz="2800" spc="-1" strike="noStrike">
                          <a:solidFill>
                            <a:schemeClr val="dk1"/>
                          </a:solidFill>
                          <a:latin typeface="Calibri"/>
                        </a:rPr>
                        <a:t>- отправка в локальный репозиторий с описанием в комментарии</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05360">
                <a:tc>
                  <a:txBody>
                    <a:bodyPr anchor="t">
                      <a:noAutofit/>
                    </a:bodyPr>
                    <a:p>
                      <a:pPr defTabSz="914400">
                        <a:lnSpc>
                          <a:spcPct val="100000"/>
                        </a:lnSpc>
                      </a:pPr>
                      <a:r>
                        <a:rPr b="0" lang="en-US" sz="2800" spc="-1" strike="noStrike">
                          <a:solidFill>
                            <a:schemeClr val="dk1"/>
                          </a:solidFill>
                          <a:latin typeface="Calibri"/>
                        </a:rPr>
                        <a:t>git commit </a:t>
                      </a:r>
                      <a:r>
                        <a:rPr b="0" lang="ru-RU" sz="2800" spc="-1" strike="noStrike">
                          <a:solidFill>
                            <a:schemeClr val="dk1"/>
                          </a:solidFill>
                          <a:latin typeface="Calibri"/>
                        </a:rPr>
                        <a:t> </a:t>
                      </a:r>
                      <a:r>
                        <a:rPr b="0" lang="en-US" sz="2800" spc="-1" strike="noStrike">
                          <a:solidFill>
                            <a:schemeClr val="dk1"/>
                          </a:solidFill>
                          <a:latin typeface="Calibri"/>
                        </a:rPr>
                        <a:t>-c &lt;commit&gt;</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400" spc="-1" strike="noStrike">
                          <a:solidFill>
                            <a:schemeClr val="dk1"/>
                          </a:solidFill>
                          <a:latin typeface="Calibri"/>
                        </a:rPr>
                        <a:t>Берет описание, и информацию об авторе из переданного коммита, когда создает новый. Открывает редактор, давая возможность отредактировать описание коммита</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010520">
                <a:tc>
                  <a:txBody>
                    <a:bodyPr anchor="t">
                      <a:noAutofit/>
                    </a:bodyPr>
                    <a:p>
                      <a:pPr defTabSz="914400">
                        <a:lnSpc>
                          <a:spcPct val="100000"/>
                        </a:lnSpc>
                      </a:pPr>
                      <a:r>
                        <a:rPr b="0" lang="en-US" sz="2800" spc="-1" strike="noStrike">
                          <a:solidFill>
                            <a:schemeClr val="dk1"/>
                          </a:solidFill>
                          <a:latin typeface="Calibri"/>
                        </a:rPr>
                        <a:t>git log</a:t>
                      </a: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git log –oneline</a:t>
                      </a: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git log -p</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Просмотреть список коммитов</a:t>
                      </a: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Сокращенный вариант</a:t>
                      </a: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C</a:t>
                      </a:r>
                      <a:r>
                        <a:rPr b="0" lang="ru-RU" sz="2800" spc="-1" strike="noStrike">
                          <a:solidFill>
                            <a:schemeClr val="dk1"/>
                          </a:solidFill>
                          <a:latin typeface="Calibri"/>
                        </a:rPr>
                        <a:t> отображением изменений </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010520">
                <a:tc>
                  <a:txBody>
                    <a:bodyPr anchor="t">
                      <a:noAutofit/>
                    </a:bodyPr>
                    <a:p>
                      <a:pPr defTabSz="914400">
                        <a:lnSpc>
                          <a:spcPct val="100000"/>
                        </a:lnSpc>
                        <a:tabLst>
                          <a:tab algn="l" pos="0"/>
                        </a:tabLst>
                      </a:pPr>
                      <a:endParaRPr b="0" lang="en-US" sz="1800" spc="-1" strike="noStrike">
                        <a:solidFill>
                          <a:srgbClr val="000000"/>
                        </a:solidFill>
                        <a:latin typeface="Arial"/>
                      </a:endParaRPr>
                    </a:p>
                    <a:p>
                      <a:pPr defTabSz="914400">
                        <a:lnSpc>
                          <a:spcPct val="100000"/>
                        </a:lnSpc>
                        <a:tabLst>
                          <a:tab algn="l" pos="0"/>
                        </a:tabLst>
                      </a:pPr>
                      <a:r>
                        <a:rPr b="0" lang="en-US" sz="2800" spc="-1" strike="noStrike">
                          <a:solidFill>
                            <a:schemeClr val="dk1"/>
                          </a:solidFill>
                          <a:latin typeface="Calibri"/>
                        </a:rPr>
                        <a:t>git commit -a -m "Fix bug in existing code"</a:t>
                      </a:r>
                      <a:endParaRPr b="0" lang="en-US" sz="2800" spc="-1" strike="noStrike">
                        <a:solidFill>
                          <a:srgbClr val="000000"/>
                        </a:solidFill>
                        <a:latin typeface="Arial"/>
                      </a:endParaRPr>
                    </a:p>
                    <a:p>
                      <a:pPr defTabSz="914400">
                        <a:lnSpc>
                          <a:spcPct val="100000"/>
                        </a:lnSpc>
                        <a:tabLst>
                          <a:tab algn="l" pos="0"/>
                        </a:tabLst>
                      </a:pP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Индексируем все изменения и одновременно создаем из них коммит</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609480" y="23652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коммита</a:t>
            </a:r>
            <a:endParaRPr b="0" lang="en-US" sz="4800" spc="-1" strike="noStrike">
              <a:solidFill>
                <a:schemeClr val="dk1"/>
              </a:solidFill>
              <a:latin typeface="Calibri"/>
            </a:endParaRPr>
          </a:p>
        </p:txBody>
      </p:sp>
      <p:pic>
        <p:nvPicPr>
          <p:cNvPr id="270" name="Рисунок 5" descr=""/>
          <p:cNvPicPr/>
          <p:nvPr/>
        </p:nvPicPr>
        <p:blipFill>
          <a:blip r:embed="rId1"/>
          <a:srcRect l="0" t="0" r="53988" b="0"/>
          <a:stretch/>
        </p:blipFill>
        <p:spPr>
          <a:xfrm>
            <a:off x="609480" y="863640"/>
            <a:ext cx="9257400" cy="5804640"/>
          </a:xfrm>
          <a:prstGeom prst="rect">
            <a:avLst/>
          </a:prstGeom>
          <a:ln w="0">
            <a:noFill/>
          </a:ln>
        </p:spPr>
      </p:pic>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609480" y="23652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коммита</a:t>
            </a:r>
            <a:endParaRPr b="0" lang="en-US" sz="4800" spc="-1" strike="noStrike">
              <a:solidFill>
                <a:schemeClr val="dk1"/>
              </a:solidFill>
              <a:latin typeface="Calibri"/>
            </a:endParaRPr>
          </a:p>
        </p:txBody>
      </p:sp>
      <p:pic>
        <p:nvPicPr>
          <p:cNvPr id="272" name="Рисунок 2" descr="Вырезка экрана"/>
          <p:cNvPicPr/>
          <p:nvPr/>
        </p:nvPicPr>
        <p:blipFill>
          <a:blip r:embed="rId1"/>
          <a:stretch/>
        </p:blipFill>
        <p:spPr>
          <a:xfrm>
            <a:off x="150840" y="881280"/>
            <a:ext cx="10975320" cy="1501200"/>
          </a:xfrm>
          <a:prstGeom prst="rect">
            <a:avLst/>
          </a:prstGeom>
          <a:ln w="0">
            <a:noFill/>
          </a:ln>
        </p:spPr>
      </p:pic>
      <p:pic>
        <p:nvPicPr>
          <p:cNvPr id="273" name="Рисунок 3" descr="Вырезка экрана"/>
          <p:cNvPicPr/>
          <p:nvPr/>
        </p:nvPicPr>
        <p:blipFill>
          <a:blip r:embed="rId2"/>
          <a:stretch/>
        </p:blipFill>
        <p:spPr>
          <a:xfrm>
            <a:off x="534960" y="2495520"/>
            <a:ext cx="9727560" cy="2144520"/>
          </a:xfrm>
          <a:prstGeom prst="rect">
            <a:avLst/>
          </a:prstGeom>
          <a:ln w="0">
            <a:noFill/>
          </a:ln>
        </p:spPr>
      </p:pic>
      <p:sp>
        <p:nvSpPr>
          <p:cNvPr id="274" name="Прямоугольник 4"/>
          <p:cNvSpPr/>
          <p:nvPr/>
        </p:nvSpPr>
        <p:spPr>
          <a:xfrm>
            <a:off x="609480" y="4753080"/>
            <a:ext cx="9803160" cy="155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ru-RU" sz="2400" spc="-1" strike="noStrike">
                <a:solidFill>
                  <a:srgbClr val="252525"/>
                </a:solidFill>
                <a:latin typeface="Roboto"/>
              </a:rPr>
              <a:t>Режим доступа</a:t>
            </a:r>
            <a:r>
              <a:rPr b="0" lang="ru-RU" sz="2400" spc="-1" strike="noStrike">
                <a:solidFill>
                  <a:srgbClr val="252525"/>
                </a:solidFill>
                <a:latin typeface="Roboto"/>
              </a:rPr>
              <a:t> это одно из следующих чисел:</a:t>
            </a:r>
            <a:br>
              <a:rPr sz="2400"/>
            </a:br>
            <a:r>
              <a:rPr b="0" lang="ru-RU" sz="2400" spc="-1" strike="noStrike">
                <a:solidFill>
                  <a:srgbClr val="252525"/>
                </a:solidFill>
                <a:latin typeface="Roboto"/>
              </a:rPr>
              <a:t>1. </a:t>
            </a:r>
            <a:r>
              <a:rPr b="1" lang="ru-RU" sz="2400" spc="-1" strike="noStrike">
                <a:solidFill>
                  <a:srgbClr val="007c77"/>
                </a:solidFill>
                <a:latin typeface="Roboto"/>
              </a:rPr>
              <a:t>100644 </a:t>
            </a:r>
            <a:r>
              <a:rPr b="0" lang="ru-RU" sz="2400" spc="-1" strike="noStrike">
                <a:solidFill>
                  <a:srgbClr val="252525"/>
                </a:solidFill>
                <a:latin typeface="Roboto"/>
              </a:rPr>
              <a:t>– обычный файл.</a:t>
            </a:r>
            <a:br>
              <a:rPr sz="2400"/>
            </a:br>
            <a:r>
              <a:rPr b="0" lang="ru-RU" sz="2400" spc="-1" strike="noStrike">
                <a:solidFill>
                  <a:srgbClr val="252525"/>
                </a:solidFill>
                <a:latin typeface="Roboto"/>
              </a:rPr>
              <a:t>2. </a:t>
            </a:r>
            <a:r>
              <a:rPr b="1" lang="ru-RU" sz="2400" spc="-1" strike="noStrike">
                <a:solidFill>
                  <a:srgbClr val="007c77"/>
                </a:solidFill>
                <a:latin typeface="Roboto"/>
              </a:rPr>
              <a:t>100755 </a:t>
            </a:r>
            <a:r>
              <a:rPr b="0" lang="ru-RU" sz="2400" spc="-1" strike="noStrike">
                <a:solidFill>
                  <a:srgbClr val="252525"/>
                </a:solidFill>
                <a:latin typeface="Roboto"/>
              </a:rPr>
              <a:t>– исполняемый файл.</a:t>
            </a:r>
            <a:br>
              <a:rPr sz="2400"/>
            </a:br>
            <a:r>
              <a:rPr b="0" lang="ru-RU" sz="2400" spc="-1" strike="noStrike">
                <a:solidFill>
                  <a:srgbClr val="252525"/>
                </a:solidFill>
                <a:latin typeface="Roboto"/>
              </a:rPr>
              <a:t>3. </a:t>
            </a:r>
            <a:r>
              <a:rPr b="1" lang="ru-RU" sz="2400" spc="-1" strike="noStrike">
                <a:solidFill>
                  <a:srgbClr val="007c77"/>
                </a:solidFill>
                <a:latin typeface="Roboto"/>
              </a:rPr>
              <a:t>120000 </a:t>
            </a:r>
            <a:r>
              <a:rPr b="0" lang="ru-RU" sz="2400" spc="-1" strike="noStrike">
                <a:solidFill>
                  <a:srgbClr val="252525"/>
                </a:solidFill>
                <a:latin typeface="Roboto"/>
              </a:rPr>
              <a:t>– символическая ссылка (напр. </a:t>
            </a:r>
            <a:r>
              <a:rPr b="1" lang="ru-RU" sz="2400" spc="-1" strike="noStrike">
                <a:solidFill>
                  <a:srgbClr val="007c77"/>
                </a:solidFill>
                <a:latin typeface="Roboto"/>
              </a:rPr>
              <a:t>HEAD</a:t>
            </a:r>
            <a:r>
              <a:rPr b="0" lang="ru-RU" sz="2400" spc="-1" strike="noStrike">
                <a:solidFill>
                  <a:srgbClr val="252525"/>
                </a:solidFill>
                <a:latin typeface="Roboto"/>
              </a:rPr>
              <a:t>).</a:t>
            </a:r>
            <a:endParaRPr b="0" lang="en-US" sz="2400" spc="-1" strike="noStrike">
              <a:solidFill>
                <a:srgbClr val="000000"/>
              </a:solidFill>
              <a:latin typeface="Arial"/>
            </a:endParaRPr>
          </a:p>
        </p:txBody>
      </p:sp>
      <p:sp>
        <p:nvSpPr>
          <p:cNvPr id="275" name="TextBox 6"/>
          <p:cNvSpPr/>
          <p:nvPr/>
        </p:nvSpPr>
        <p:spPr>
          <a:xfrm>
            <a:off x="2916360" y="1347840"/>
            <a:ext cx="8970480" cy="718200"/>
          </a:xfrm>
          <a:prstGeom prst="rect">
            <a:avLst/>
          </a:prstGeom>
          <a:noFill/>
          <a:ln w="0">
            <a:noFill/>
          </a:ln>
        </p:spPr>
        <p:style>
          <a:lnRef idx="0"/>
          <a:fillRef idx="0"/>
          <a:effectRef idx="0"/>
          <a:fontRef idx="minor"/>
        </p:style>
        <p:txBody>
          <a:bodyPr lIns="90000" rIns="90000" tIns="45000" bIns="45000" anchor="t">
            <a:spAutoFit/>
          </a:bodyPr>
          <a:p>
            <a:pPr defTabSz="914400">
              <a:lnSpc>
                <a:spcPts val="1650"/>
              </a:lnSpc>
            </a:pPr>
            <a:r>
              <a:rPr b="0" lang="en-US" sz="2800" spc="-1" strike="noStrike">
                <a:solidFill>
                  <a:srgbClr val="4078f2"/>
                </a:solidFill>
                <a:latin typeface="Menlo"/>
              </a:rPr>
              <a:t>git</a:t>
            </a:r>
            <a:r>
              <a:rPr b="0" lang="en-US" sz="2800" spc="-1" strike="noStrike">
                <a:solidFill>
                  <a:srgbClr val="0f1115"/>
                </a:solidFill>
                <a:latin typeface="Menlo"/>
              </a:rPr>
              <a:t> </a:t>
            </a:r>
            <a:r>
              <a:rPr b="0" lang="en-US" sz="2800" spc="-1" strike="noStrike">
                <a:solidFill>
                  <a:srgbClr val="4078f2"/>
                </a:solidFill>
                <a:latin typeface="Menlo"/>
              </a:rPr>
              <a:t>ls-files - -stage - </a:t>
            </a:r>
            <a:r>
              <a:rPr b="0" lang="ru-RU" sz="2800" spc="-1" strike="noStrike">
                <a:solidFill>
                  <a:schemeClr val="dk1"/>
                </a:solidFill>
                <a:latin typeface="Calibri"/>
              </a:rPr>
              <a:t>увидеть содержимое файла </a:t>
            </a:r>
            <a:r>
              <a:rPr b="1" lang="en-US" sz="2800" spc="-1" strike="noStrike">
                <a:solidFill>
                  <a:schemeClr val="dk1"/>
                </a:solidFill>
                <a:latin typeface="Calibri"/>
              </a:rPr>
              <a:t>.git/index</a:t>
            </a: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a:t>
            </a:r>
            <a:endParaRPr b="0" lang="en-US" sz="4800" spc="-1" strike="noStrike">
              <a:solidFill>
                <a:schemeClr val="dk1"/>
              </a:solidFill>
              <a:latin typeface="Calibri"/>
            </a:endParaRPr>
          </a:p>
        </p:txBody>
      </p:sp>
      <p:graphicFrame>
        <p:nvGraphicFramePr>
          <p:cNvPr id="277" name="Таблица 2"/>
          <p:cNvGraphicFramePr/>
          <p:nvPr/>
        </p:nvGraphicFramePr>
        <p:xfrm>
          <a:off x="449640" y="1990800"/>
          <a:ext cx="11080440" cy="2670840"/>
        </p:xfrm>
        <a:graphic>
          <a:graphicData uri="http://schemas.openxmlformats.org/drawingml/2006/table">
            <a:tbl>
              <a:tblPr/>
              <a:tblGrid>
                <a:gridCol w="7265520"/>
                <a:gridCol w="3814920"/>
              </a:tblGrid>
              <a:tr h="370800">
                <a:tc>
                  <a:txBody>
                    <a:bodyPr anchor="t">
                      <a:noAutofit/>
                    </a:bodyPr>
                    <a:p>
                      <a:pPr defTabSz="914400">
                        <a:lnSpc>
                          <a:spcPct val="100000"/>
                        </a:lnSpc>
                      </a:pPr>
                      <a:r>
                        <a:rPr b="0" lang="ru-RU" sz="2800" spc="-1" strike="noStrike">
                          <a:solidFill>
                            <a:schemeClr val="dk1"/>
                          </a:solidFill>
                          <a:latin typeface="Calibri"/>
                        </a:rPr>
                        <a:t>git remote add origin</a:t>
                      </a:r>
                      <a:r>
                        <a:rPr b="0" lang="en-US" sz="2800" spc="-1" strike="noStrike">
                          <a:solidFill>
                            <a:schemeClr val="dk1"/>
                          </a:solidFill>
                          <a:latin typeface="Calibri"/>
                        </a:rPr>
                        <a:t> </a:t>
                      </a:r>
                      <a:r>
                        <a:rPr b="0" lang="ru-RU" sz="2400" spc="-1" strike="noStrike">
                          <a:solidFill>
                            <a:schemeClr val="dk1"/>
                          </a:solidFill>
                          <a:latin typeface="Calibri"/>
                        </a:rPr>
                        <a:t>&lt;адрес.</a:t>
                      </a:r>
                      <a:r>
                        <a:rPr b="0" lang="en-US" sz="2400" spc="-1" strike="noStrike">
                          <a:solidFill>
                            <a:schemeClr val="dk1"/>
                          </a:solidFill>
                          <a:latin typeface="Calibri"/>
                        </a:rPr>
                        <a:t> </a:t>
                      </a:r>
                      <a:r>
                        <a:rPr b="0" lang="ru-RU" sz="2400" spc="-1" strike="noStrike">
                          <a:solidFill>
                            <a:schemeClr val="dk1"/>
                          </a:solidFill>
                          <a:latin typeface="Calibri"/>
                        </a:rPr>
                        <a:t>удаленного.</a:t>
                      </a:r>
                      <a:r>
                        <a:rPr b="0" lang="en-US" sz="2400" spc="-1" strike="noStrike">
                          <a:solidFill>
                            <a:schemeClr val="dk1"/>
                          </a:solidFill>
                          <a:latin typeface="Calibri"/>
                        </a:rPr>
                        <a:t> </a:t>
                      </a:r>
                      <a:r>
                        <a:rPr b="0" lang="ru-RU" sz="2400" spc="-1" strike="noStrike">
                          <a:solidFill>
                            <a:schemeClr val="dk1"/>
                          </a:solidFill>
                          <a:latin typeface="Calibri"/>
                        </a:rPr>
                        <a:t>сервера&gt;</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подключить локальный репозиторий к удаленному серверу</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ru-RU" sz="2800" spc="-1" strike="noStrike">
                          <a:solidFill>
                            <a:schemeClr val="dk1"/>
                          </a:solidFill>
                          <a:latin typeface="Calibri"/>
                        </a:rPr>
                        <a:t>git remote -v </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список удаленных репозиториев, настроенных в данный момент</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609480" y="23652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endParaRPr b="0" lang="en-US" sz="4800" spc="-1" strike="noStrike">
              <a:solidFill>
                <a:schemeClr val="dk1"/>
              </a:solidFill>
              <a:latin typeface="Calibri"/>
            </a:endParaRPr>
          </a:p>
        </p:txBody>
      </p:sp>
      <p:pic>
        <p:nvPicPr>
          <p:cNvPr id="279" name="Рисунок 3" descr=""/>
          <p:cNvPicPr/>
          <p:nvPr/>
        </p:nvPicPr>
        <p:blipFill>
          <a:blip r:embed="rId1"/>
          <a:stretch/>
        </p:blipFill>
        <p:spPr>
          <a:xfrm>
            <a:off x="609480" y="863640"/>
            <a:ext cx="10190880" cy="6053760"/>
          </a:xfrm>
          <a:prstGeom prst="rect">
            <a:avLst/>
          </a:prstGeom>
          <a:ln w="0">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609480" y="23652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коммита</a:t>
            </a:r>
            <a:endParaRPr b="0" lang="en-US" sz="4800" spc="-1" strike="noStrike">
              <a:solidFill>
                <a:schemeClr val="dk1"/>
              </a:solidFill>
              <a:latin typeface="Calibri"/>
            </a:endParaRPr>
          </a:p>
        </p:txBody>
      </p:sp>
      <p:graphicFrame>
        <p:nvGraphicFramePr>
          <p:cNvPr id="281" name="Таблица 4"/>
          <p:cNvGraphicFramePr/>
          <p:nvPr/>
        </p:nvGraphicFramePr>
        <p:xfrm>
          <a:off x="180720" y="863640"/>
          <a:ext cx="11709000" cy="4737240"/>
        </p:xfrm>
        <a:graphic>
          <a:graphicData uri="http://schemas.openxmlformats.org/drawingml/2006/table">
            <a:tbl>
              <a:tblPr/>
              <a:tblGrid>
                <a:gridCol w="6430680"/>
                <a:gridCol w="5278320"/>
              </a:tblGrid>
              <a:tr h="1246680">
                <a:tc>
                  <a:txBody>
                    <a:bodyPr anchor="t">
                      <a:noAutofit/>
                    </a:bodyPr>
                    <a:p>
                      <a:pPr defTabSz="914400">
                        <a:lnSpc>
                          <a:spcPct val="100000"/>
                        </a:lnSpc>
                      </a:pPr>
                      <a:r>
                        <a:rPr b="0" lang="en-US" sz="3200" spc="-1" strike="noStrike">
                          <a:solidFill>
                            <a:schemeClr val="dk1"/>
                          </a:solidFill>
                          <a:latin typeface="Calibri"/>
                        </a:rPr>
                        <a:t>git push</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попытка запушить изменения. Не сработало, так как у</a:t>
                      </a: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текущей локальной ветки не настроена удаленная ветка</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20160">
                <a:tc>
                  <a:txBody>
                    <a:bodyPr anchor="t">
                      <a:noAutofit/>
                    </a:bodyPr>
                    <a:p>
                      <a:pPr defTabSz="914400">
                        <a:lnSpc>
                          <a:spcPct val="100000"/>
                        </a:lnSpc>
                      </a:pPr>
                      <a:r>
                        <a:rPr b="0" lang="en-US" sz="3200" spc="-1" strike="noStrike">
                          <a:solidFill>
                            <a:schemeClr val="dk1"/>
                          </a:solidFill>
                          <a:latin typeface="Calibri"/>
                        </a:rPr>
                        <a:t>git push --set-upstream origin master</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установка удаленной ветки для</a:t>
                      </a: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текущей локальной</a:t>
                      </a:r>
                      <a:r>
                        <a:rPr b="0" lang="en-US" sz="2800" spc="-1" strike="noStrike">
                          <a:solidFill>
                            <a:schemeClr val="dk1"/>
                          </a:solidFill>
                          <a:latin typeface="Calibri"/>
                        </a:rPr>
                        <a:t> (master –</a:t>
                      </a:r>
                      <a:r>
                        <a:rPr b="0" lang="ru-RU" sz="2800" spc="-1" strike="noStrike">
                          <a:solidFill>
                            <a:schemeClr val="dk1"/>
                          </a:solidFill>
                          <a:latin typeface="Calibri"/>
                        </a:rPr>
                        <a:t> имя ветки</a:t>
                      </a:r>
                      <a:r>
                        <a:rPr b="0" lang="en-US" sz="2800" spc="-1" strike="noStrike">
                          <a:solidFill>
                            <a:schemeClr val="dk1"/>
                          </a:solidFill>
                          <a:latin typeface="Calibri"/>
                        </a:rPr>
                        <a:t>)</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033200">
                <a:tc>
                  <a:txBody>
                    <a:bodyPr anchor="t">
                      <a:noAutofit/>
                    </a:bodyPr>
                    <a:p>
                      <a:pPr defTabSz="914400">
                        <a:lnSpc>
                          <a:spcPct val="100000"/>
                        </a:lnSpc>
                      </a:pPr>
                      <a:r>
                        <a:rPr b="0" lang="en-US" sz="3200" spc="-1" strike="noStrike">
                          <a:solidFill>
                            <a:schemeClr val="dk1"/>
                          </a:solidFill>
                          <a:latin typeface="Calibri"/>
                        </a:rPr>
                        <a:t>git rm dirname/somefile.js</a:t>
                      </a:r>
                      <a:endParaRPr b="0" lang="en-US" sz="3200" spc="-1" strike="noStrike">
                        <a:solidFill>
                          <a:srgbClr val="000000"/>
                        </a:solidFill>
                        <a:latin typeface="Arial"/>
                      </a:endParaRPr>
                    </a:p>
                    <a:p>
                      <a:pPr defTabSz="914400">
                        <a:lnSpc>
                          <a:spcPct val="100000"/>
                        </a:lnSpc>
                      </a:pPr>
                      <a:r>
                        <a:rPr b="0" lang="en-US" sz="3200" spc="-1" strike="noStrike">
                          <a:solidFill>
                            <a:schemeClr val="dk1"/>
                          </a:solidFill>
                          <a:latin typeface="Calibri"/>
                        </a:rPr>
                        <a:t>git rm dirname/*.html</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Удалить файлы из текущего рабочего дерева</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033200">
                <a:tc>
                  <a:txBody>
                    <a:bodyPr anchor="t">
                      <a:noAutofit/>
                    </a:bodyPr>
                    <a:p>
                      <a:pPr defTabSz="914400">
                        <a:lnSpc>
                          <a:spcPct val="100000"/>
                        </a:lnSpc>
                      </a:pPr>
                      <a:r>
                        <a:rPr b="0" lang="en-US" sz="3200" spc="-1" strike="noStrike">
                          <a:solidFill>
                            <a:schemeClr val="dk1"/>
                          </a:solidFill>
                          <a:latin typeface="Calibri"/>
                        </a:rPr>
                        <a:t>ls -la</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Просмотреть содержимое каталога с репозиторием</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609480" y="23652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коммита</a:t>
            </a:r>
            <a:endParaRPr b="0" lang="en-US" sz="4800" spc="-1" strike="noStrike">
              <a:solidFill>
                <a:schemeClr val="dk1"/>
              </a:solidFill>
              <a:latin typeface="Calibri"/>
            </a:endParaRPr>
          </a:p>
        </p:txBody>
      </p:sp>
      <p:pic>
        <p:nvPicPr>
          <p:cNvPr id="283" name="Рисунок 2" descr="Вырезка экрана"/>
          <p:cNvPicPr/>
          <p:nvPr/>
        </p:nvPicPr>
        <p:blipFill>
          <a:blip r:embed="rId1"/>
          <a:stretch/>
        </p:blipFill>
        <p:spPr>
          <a:xfrm>
            <a:off x="282600" y="863640"/>
            <a:ext cx="8794080" cy="2556000"/>
          </a:xfrm>
          <a:prstGeom prst="rect">
            <a:avLst/>
          </a:prstGeom>
          <a:ln w="0">
            <a:noFill/>
          </a:ln>
        </p:spPr>
      </p:pic>
      <p:pic>
        <p:nvPicPr>
          <p:cNvPr id="284" name="Рисунок 5" descr="Вырезка экрана"/>
          <p:cNvPicPr/>
          <p:nvPr/>
        </p:nvPicPr>
        <p:blipFill>
          <a:blip r:embed="rId2"/>
          <a:stretch/>
        </p:blipFill>
        <p:spPr>
          <a:xfrm>
            <a:off x="282600" y="3943080"/>
            <a:ext cx="8794080" cy="2391480"/>
          </a:xfrm>
          <a:prstGeom prst="rect">
            <a:avLst/>
          </a:prstGeom>
          <a:ln w="0">
            <a:noFill/>
          </a:ln>
        </p:spPr>
      </p:pic>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Rectangle 1"/>
          <p:cNvSpPr/>
          <p:nvPr/>
        </p:nvSpPr>
        <p:spPr>
          <a:xfrm>
            <a:off x="335880" y="506160"/>
            <a:ext cx="11426400" cy="5487840"/>
          </a:xfrm>
          <a:prstGeom prst="rect">
            <a:avLst/>
          </a:prstGeom>
          <a:solidFill>
            <a:srgbClr val="ffffff"/>
          </a:solidFill>
          <a:ln w="0">
            <a:noFill/>
          </a:ln>
        </p:spPr>
        <p:style>
          <a:lnRef idx="0"/>
          <a:fillRef idx="0"/>
          <a:effectRef idx="0"/>
          <a:fontRef idx="minor"/>
        </p:style>
        <p:txBody>
          <a:bodyPr numCol="1" spcCol="0" wrap="none" lIns="0" rIns="0" tIns="0" bIns="0" anchor="ctr">
            <a:spAutoFit/>
          </a:bodyPr>
          <a:p>
            <a:pPr defTabSz="914400">
              <a:lnSpc>
                <a:spcPct val="100000"/>
              </a:lnSpc>
              <a:spcAft>
                <a:spcPts val="1199"/>
              </a:spcAft>
              <a:tabLst>
                <a:tab algn="l" pos="0"/>
              </a:tabLst>
            </a:pPr>
            <a:r>
              <a:rPr b="0" lang="ru-RU" sz="3200" spc="-1" strike="noStrike">
                <a:solidFill>
                  <a:srgbClr val="232629"/>
                </a:solidFill>
                <a:latin typeface="Calibri"/>
              </a:rPr>
              <a:t>Устранить ошибку:</a:t>
            </a:r>
            <a:endParaRPr b="0" lang="en-US" sz="3200" spc="-1" strike="noStrike">
              <a:solidFill>
                <a:srgbClr val="000000"/>
              </a:solidFill>
              <a:latin typeface="Arial"/>
            </a:endParaRPr>
          </a:p>
          <a:p>
            <a:pPr defTabSz="914400">
              <a:lnSpc>
                <a:spcPct val="100000"/>
              </a:lnSpc>
              <a:spcAft>
                <a:spcPts val="1199"/>
              </a:spcAft>
              <a:tabLst>
                <a:tab algn="l" pos="0"/>
              </a:tabLst>
            </a:pPr>
            <a:r>
              <a:rPr b="0" lang="ru-RU" sz="3200" spc="-1" strike="noStrike">
                <a:solidFill>
                  <a:srgbClr val="232629"/>
                </a:solidFill>
                <a:latin typeface="Calibri"/>
              </a:rPr>
              <a:t> </a:t>
            </a:r>
            <a:r>
              <a:rPr b="0" i="1" lang="ru-RU" sz="3200" spc="-1" strike="noStrike">
                <a:solidFill>
                  <a:srgbClr val="232629"/>
                </a:solidFill>
                <a:latin typeface="Calibri"/>
              </a:rPr>
              <a:t>git config -l</a:t>
            </a:r>
            <a:r>
              <a:rPr b="0" lang="ru-RU" sz="3200" spc="-1" strike="noStrike">
                <a:solidFill>
                  <a:srgbClr val="232629"/>
                </a:solidFill>
                <a:latin typeface="Calibri"/>
              </a:rPr>
              <a:t> </a:t>
            </a:r>
            <a:endParaRPr b="0" lang="en-US" sz="3200" spc="-1" strike="noStrike">
              <a:solidFill>
                <a:srgbClr val="000000"/>
              </a:solidFill>
              <a:latin typeface="Arial"/>
            </a:endParaRPr>
          </a:p>
          <a:p>
            <a:pPr defTabSz="914400">
              <a:lnSpc>
                <a:spcPct val="100000"/>
              </a:lnSpc>
              <a:spcAft>
                <a:spcPts val="1199"/>
              </a:spcAft>
              <a:tabLst>
                <a:tab algn="l" pos="0"/>
              </a:tabLst>
            </a:pPr>
            <a:r>
              <a:rPr b="0" lang="ru-RU" sz="3200" spc="-1" strike="noStrike">
                <a:solidFill>
                  <a:srgbClr val="232629"/>
                </a:solidFill>
                <a:latin typeface="Arial"/>
              </a:rPr>
              <a:t>если </a:t>
            </a:r>
            <a:r>
              <a:rPr b="0" lang="ru-RU" sz="3200" spc="-1" strike="noStrike">
                <a:solidFill>
                  <a:srgbClr val="232629"/>
                </a:solidFill>
                <a:latin typeface="Calibri"/>
              </a:rPr>
              <a:t>результат выполнения команды:</a:t>
            </a:r>
            <a:br>
              <a:rPr sz="3200"/>
            </a:br>
            <a:r>
              <a:rPr b="0" lang="ru-RU" sz="3200" spc="-1" strike="noStrike">
                <a:solidFill>
                  <a:srgbClr val="6eac1c"/>
                </a:solidFill>
                <a:latin typeface="Calibri"/>
                <a:hlinkClick r:id="rId1"/>
              </a:rPr>
              <a:t>remote.origin.url=</a:t>
            </a:r>
            <a:r>
              <a:rPr b="0" lang="ru-RU" sz="3200" spc="-1" strike="noStrike">
                <a:solidFill>
                  <a:srgbClr val="6eac1c"/>
                </a:solidFill>
                <a:latin typeface="Calibri"/>
                <a:hlinkClick r:id="rId2"/>
              </a:rPr>
              <a:t>git@github.com:</a:t>
            </a:r>
            <a:r>
              <a:rPr b="0" i="1" lang="ru-RU" sz="3200" spc="-1" strike="noStrike">
                <a:solidFill>
                  <a:srgbClr val="6eac1c"/>
                </a:solidFill>
                <a:latin typeface="Calibri"/>
                <a:hlinkClick r:id="rId3"/>
              </a:rPr>
              <a:t>login</a:t>
            </a:r>
            <a:r>
              <a:rPr b="0" lang="ru-RU" sz="3200" spc="-1" strike="noStrike">
                <a:solidFill>
                  <a:srgbClr val="6eac1c"/>
                </a:solidFill>
                <a:latin typeface="Calibri"/>
                <a:hlinkClick r:id="rId4"/>
              </a:rPr>
              <a:t>/</a:t>
            </a:r>
            <a:r>
              <a:rPr b="0" lang="ru-RU" sz="3200" spc="-1" strike="noStrike">
                <a:solidFill>
                  <a:srgbClr val="6eac1c"/>
                </a:solidFill>
                <a:latin typeface="Calibri"/>
                <a:hlinkClick r:id="rId5"/>
              </a:rPr>
              <a:t>репозиторий</a:t>
            </a:r>
            <a:endParaRPr b="0" lang="en-US" sz="3200" spc="-1" strike="noStrike">
              <a:solidFill>
                <a:srgbClr val="000000"/>
              </a:solidFill>
              <a:latin typeface="Arial"/>
            </a:endParaRPr>
          </a:p>
          <a:p>
            <a:pPr defTabSz="914400">
              <a:lnSpc>
                <a:spcPct val="100000"/>
              </a:lnSpc>
              <a:spcAft>
                <a:spcPts val="1199"/>
              </a:spcAft>
              <a:tabLst>
                <a:tab algn="l" pos="0"/>
              </a:tabLst>
            </a:pPr>
            <a:br>
              <a:rPr sz="3200"/>
            </a:br>
            <a:r>
              <a:rPr b="0" lang="ru-RU" sz="3200" spc="-1" strike="noStrike">
                <a:solidFill>
                  <a:schemeClr val="dk1"/>
                </a:solidFill>
                <a:latin typeface="Calibri"/>
              </a:rPr>
              <a:t>то </a:t>
            </a:r>
            <a:r>
              <a:rPr b="0" lang="ru-RU" sz="3200" spc="-1" strike="noStrike">
                <a:solidFill>
                  <a:srgbClr val="232629"/>
                </a:solidFill>
                <a:latin typeface="Calibri"/>
              </a:rPr>
              <a:t>нужно изменить адрес таким способом:</a:t>
            </a:r>
            <a:br>
              <a:rPr sz="3200"/>
            </a:br>
            <a:r>
              <a:rPr b="0" lang="ru-RU" sz="3200" spc="-1" strike="noStrike">
                <a:solidFill>
                  <a:srgbClr val="232629"/>
                </a:solidFill>
                <a:latin typeface="Calibri"/>
              </a:rPr>
              <a:t>git config remote.origin.url https://github.com/_login_/репозиторий</a:t>
            </a:r>
            <a:br>
              <a:rPr sz="3200"/>
            </a:br>
            <a:r>
              <a:rPr b="0" lang="ru-RU" sz="3200" spc="-1" strike="noStrike">
                <a:solidFill>
                  <a:srgbClr val="232629"/>
                </a:solidFill>
                <a:latin typeface="Calibri"/>
              </a:rPr>
              <a:t>после этого выполнить команду </a:t>
            </a:r>
            <a:r>
              <a:rPr b="1" lang="ru-RU" sz="3200" spc="-1" strike="noStrike">
                <a:solidFill>
                  <a:srgbClr val="232629"/>
                </a:solidFill>
                <a:latin typeface="Calibri"/>
              </a:rPr>
              <a:t>git push -u -f origin master</a:t>
            </a:r>
            <a:r>
              <a:rPr b="1" lang="ru-RU" sz="3200" spc="-1" strike="noStrike">
                <a:solidFill>
                  <a:schemeClr val="dk1"/>
                </a:solidFill>
                <a:latin typeface="Calibri"/>
              </a:rPr>
              <a:t> </a:t>
            </a:r>
            <a:endParaRPr b="0" lang="en-US" sz="3200" spc="-1" strike="noStrike">
              <a:solidFill>
                <a:srgbClr val="000000"/>
              </a:solidFill>
              <a:latin typeface="Arial"/>
            </a:endParaRPr>
          </a:p>
          <a:p>
            <a:pPr defTabSz="914400">
              <a:lnSpc>
                <a:spcPct val="100000"/>
              </a:lnSpc>
              <a:tabLst>
                <a:tab algn="l" pos="0"/>
              </a:tabLst>
            </a:pPr>
            <a:r>
              <a:rPr b="0" lang="ru-RU" sz="3200" spc="-1" strike="noStrike">
                <a:solidFill>
                  <a:schemeClr val="dk1"/>
                </a:solidFill>
                <a:latin typeface="Calibri"/>
              </a:rPr>
              <a:t>изменить </a:t>
            </a:r>
            <a:r>
              <a:rPr b="0" i="1" lang="en-US" sz="3200" spc="-1" strike="noStrike">
                <a:solidFill>
                  <a:schemeClr val="dk1"/>
                </a:solidFill>
                <a:latin typeface="Calibri"/>
              </a:rPr>
              <a:t>url</a:t>
            </a:r>
            <a:r>
              <a:rPr b="0" lang="en-US" sz="3200" spc="-1" strike="noStrike">
                <a:solidFill>
                  <a:schemeClr val="dk1"/>
                </a:solidFill>
                <a:latin typeface="Calibri"/>
              </a:rPr>
              <a:t> </a:t>
            </a:r>
            <a:r>
              <a:rPr b="0" lang="ru-RU" sz="3200" spc="-1" strike="noStrike">
                <a:solidFill>
                  <a:schemeClr val="dk1"/>
                </a:solidFill>
                <a:latin typeface="Calibri"/>
              </a:rPr>
              <a:t>удалённого репозитория </a:t>
            </a:r>
            <a:r>
              <a:rPr b="0" lang="en-US" sz="3200" spc="-1" strike="noStrike">
                <a:solidFill>
                  <a:schemeClr val="dk1"/>
                </a:solidFill>
                <a:latin typeface="Calibri"/>
              </a:rPr>
              <a:t>:</a:t>
            </a:r>
            <a:endParaRPr b="0" lang="en-US" sz="3200" spc="-1" strike="noStrike">
              <a:solidFill>
                <a:srgbClr val="000000"/>
              </a:solidFill>
              <a:latin typeface="Arial"/>
            </a:endParaRPr>
          </a:p>
          <a:p>
            <a:pPr defTabSz="914400">
              <a:lnSpc>
                <a:spcPct val="100000"/>
              </a:lnSpc>
              <a:tabLst>
                <a:tab algn="l" pos="0"/>
              </a:tabLst>
            </a:pPr>
            <a:r>
              <a:rPr b="0" lang="en-US" sz="3200" spc="-1" strike="noStrike">
                <a:solidFill>
                  <a:schemeClr val="dk1"/>
                </a:solidFill>
                <a:latin typeface="Calibri"/>
              </a:rPr>
              <a:t>$ git remote set-url origin url-</a:t>
            </a:r>
            <a:r>
              <a:rPr b="0" lang="ru-RU" sz="3200" spc="-1" strike="noStrike">
                <a:solidFill>
                  <a:schemeClr val="dk1"/>
                </a:solidFill>
                <a:latin typeface="Calibri"/>
              </a:rPr>
              <a:t>нового-репозитория</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609480" y="23652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коммита</a:t>
            </a:r>
            <a:endParaRPr b="0" lang="en-US" sz="4800" spc="-1" strike="noStrike">
              <a:solidFill>
                <a:schemeClr val="dk1"/>
              </a:solidFill>
              <a:latin typeface="Calibri"/>
            </a:endParaRPr>
          </a:p>
        </p:txBody>
      </p:sp>
      <p:pic>
        <p:nvPicPr>
          <p:cNvPr id="287" name="Рисунок 3" descr="Вырезка экрана"/>
          <p:cNvPicPr/>
          <p:nvPr/>
        </p:nvPicPr>
        <p:blipFill>
          <a:blip r:embed="rId1"/>
          <a:stretch/>
        </p:blipFill>
        <p:spPr>
          <a:xfrm>
            <a:off x="0" y="1906200"/>
            <a:ext cx="11968560" cy="4672440"/>
          </a:xfrm>
          <a:prstGeom prst="rect">
            <a:avLst/>
          </a:prstGeom>
          <a:ln w="0">
            <a:noFill/>
          </a:ln>
        </p:spPr>
      </p:pic>
      <p:pic>
        <p:nvPicPr>
          <p:cNvPr id="288" name="Рисунок 4" descr="Вырезка экрана"/>
          <p:cNvPicPr/>
          <p:nvPr/>
        </p:nvPicPr>
        <p:blipFill>
          <a:blip r:embed="rId2"/>
          <a:stretch/>
        </p:blipFill>
        <p:spPr>
          <a:xfrm>
            <a:off x="0" y="981360"/>
            <a:ext cx="8407800" cy="807120"/>
          </a:xfrm>
          <a:prstGeom prst="rect">
            <a:avLst/>
          </a:prstGeom>
          <a:ln w="0">
            <a:noFill/>
          </a:ln>
        </p:spPr>
      </p:pic>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609480" y="23652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Создание коммита</a:t>
            </a:r>
            <a:endParaRPr b="0" lang="en-US" sz="4800" spc="-1" strike="noStrike">
              <a:solidFill>
                <a:schemeClr val="dk1"/>
              </a:solidFill>
              <a:latin typeface="Calibri"/>
            </a:endParaRPr>
          </a:p>
        </p:txBody>
      </p:sp>
      <p:pic>
        <p:nvPicPr>
          <p:cNvPr id="290" name="Рисунок 2" descr="Вырезка экрана"/>
          <p:cNvPicPr/>
          <p:nvPr/>
        </p:nvPicPr>
        <p:blipFill>
          <a:blip r:embed="rId1"/>
          <a:stretch/>
        </p:blipFill>
        <p:spPr>
          <a:xfrm>
            <a:off x="885240" y="1596600"/>
            <a:ext cx="5292360" cy="3655440"/>
          </a:xfrm>
          <a:prstGeom prst="rect">
            <a:avLst/>
          </a:prstGeom>
          <a:ln w="0">
            <a:noFill/>
          </a:ln>
        </p:spPr>
      </p:pic>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 Ветвление</a:t>
            </a:r>
            <a:endParaRPr b="0" lang="en-US" sz="4800" spc="-1" strike="noStrike">
              <a:solidFill>
                <a:schemeClr val="dk1"/>
              </a:solidFill>
              <a:latin typeface="Calibri"/>
            </a:endParaRPr>
          </a:p>
        </p:txBody>
      </p:sp>
      <p:sp>
        <p:nvSpPr>
          <p:cNvPr id="292" name="Прямоугольник 3"/>
          <p:cNvSpPr/>
          <p:nvPr/>
        </p:nvSpPr>
        <p:spPr>
          <a:xfrm>
            <a:off x="449640" y="1764000"/>
            <a:ext cx="11353320" cy="3016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3200" spc="-1" strike="noStrike">
                <a:solidFill>
                  <a:schemeClr val="dk1"/>
                </a:solidFill>
                <a:latin typeface="Calibri"/>
              </a:rPr>
              <a:t>Ветка в Git:</a:t>
            </a:r>
            <a:endParaRPr b="0" lang="en-US" sz="3200" spc="-1" strike="noStrike">
              <a:solidFill>
                <a:srgbClr val="000000"/>
              </a:solidFill>
              <a:latin typeface="Arial"/>
            </a:endParaRPr>
          </a:p>
          <a:p>
            <a:pPr defTabSz="914400">
              <a:lnSpc>
                <a:spcPct val="100000"/>
              </a:lnSpc>
            </a:pPr>
            <a:endParaRPr b="0" lang="en-US" sz="3200" spc="-1" strike="noStrike">
              <a:solidFill>
                <a:srgbClr val="000000"/>
              </a:solidFill>
              <a:latin typeface="Arial"/>
            </a:endParaRPr>
          </a:p>
          <a:p>
            <a:pPr marL="457200" indent="-457200" defTabSz="914400">
              <a:lnSpc>
                <a:spcPct val="100000"/>
              </a:lnSpc>
              <a:buClr>
                <a:srgbClr val="000000"/>
              </a:buClr>
              <a:buFont typeface="Arial"/>
              <a:buChar char="•"/>
            </a:pPr>
            <a:r>
              <a:rPr b="0" lang="ru-RU" sz="3200" spc="-1" strike="noStrike">
                <a:solidFill>
                  <a:schemeClr val="dk1"/>
                </a:solidFill>
                <a:latin typeface="Calibri"/>
              </a:rPr>
              <a:t>последовательность коммитов</a:t>
            </a:r>
            <a:endParaRPr b="0" lang="en-US" sz="3200" spc="-1" strike="noStrike">
              <a:solidFill>
                <a:srgbClr val="000000"/>
              </a:solidFill>
              <a:latin typeface="Arial"/>
            </a:endParaRPr>
          </a:p>
          <a:p>
            <a:pPr marL="457200" indent="-457200" defTabSz="914400">
              <a:lnSpc>
                <a:spcPct val="100000"/>
              </a:lnSpc>
              <a:buClr>
                <a:srgbClr val="000000"/>
              </a:buClr>
              <a:buFont typeface="Arial"/>
              <a:buChar char="•"/>
            </a:pPr>
            <a:r>
              <a:rPr b="0" lang="ru-RU" sz="3200" spc="-1" strike="noStrike">
                <a:solidFill>
                  <a:schemeClr val="dk1"/>
                </a:solidFill>
                <a:latin typeface="Calibri"/>
              </a:rPr>
              <a:t>ссылка на последний коммит в этой ветке</a:t>
            </a:r>
            <a:endParaRPr b="0" lang="en-US" sz="3200" spc="-1" strike="noStrike">
              <a:solidFill>
                <a:srgbClr val="000000"/>
              </a:solidFill>
              <a:latin typeface="Arial"/>
            </a:endParaRPr>
          </a:p>
          <a:p>
            <a:pPr marL="457200" indent="-457200" defTabSz="914400">
              <a:lnSpc>
                <a:spcPct val="100000"/>
              </a:lnSpc>
              <a:buClr>
                <a:srgbClr val="000000"/>
              </a:buClr>
              <a:buFont typeface="Arial"/>
              <a:buChar char="•"/>
            </a:pPr>
            <a:r>
              <a:rPr b="0" lang="ru-RU" sz="3200" spc="-1" strike="noStrike">
                <a:solidFill>
                  <a:schemeClr val="dk1"/>
                </a:solidFill>
                <a:latin typeface="Calibri"/>
              </a:rPr>
              <a:t>перемещаемый указатель(ссылка) на один из коммитов. </a:t>
            </a:r>
            <a:endParaRPr b="0" lang="en-US" sz="3200" spc="-1" strike="noStrike">
              <a:solidFill>
                <a:srgbClr val="000000"/>
              </a:solidFill>
              <a:latin typeface="Arial"/>
            </a:endParaRPr>
          </a:p>
          <a:p>
            <a:pPr defTabSz="914400">
              <a:lnSpc>
                <a:spcPct val="100000"/>
              </a:lnSpc>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 Ветвление</a:t>
            </a:r>
            <a:endParaRPr b="0" lang="en-US" sz="4800" spc="-1" strike="noStrike">
              <a:solidFill>
                <a:schemeClr val="dk1"/>
              </a:solidFill>
              <a:latin typeface="Calibri"/>
            </a:endParaRPr>
          </a:p>
        </p:txBody>
      </p:sp>
      <p:pic>
        <p:nvPicPr>
          <p:cNvPr id="294" name="Рисунок 2" descr="Вырезка экрана"/>
          <p:cNvPicPr/>
          <p:nvPr/>
        </p:nvPicPr>
        <p:blipFill>
          <a:blip r:embed="rId1"/>
          <a:stretch/>
        </p:blipFill>
        <p:spPr>
          <a:xfrm>
            <a:off x="0" y="1852920"/>
            <a:ext cx="5902200" cy="3913200"/>
          </a:xfrm>
          <a:prstGeom prst="rect">
            <a:avLst/>
          </a:prstGeom>
          <a:ln w="0">
            <a:noFill/>
          </a:ln>
        </p:spPr>
      </p:pic>
      <p:pic>
        <p:nvPicPr>
          <p:cNvPr id="295" name="Рисунок 4" descr="Вырезка экрана"/>
          <p:cNvPicPr/>
          <p:nvPr/>
        </p:nvPicPr>
        <p:blipFill>
          <a:blip r:embed="rId2"/>
          <a:stretch/>
        </p:blipFill>
        <p:spPr>
          <a:xfrm>
            <a:off x="5902560" y="1852920"/>
            <a:ext cx="6251760" cy="3913200"/>
          </a:xfrm>
          <a:prstGeom prst="rect">
            <a:avLst/>
          </a:prstGeom>
          <a:ln w="0">
            <a:noFill/>
          </a:ln>
        </p:spPr>
      </p:pic>
      <p:sp>
        <p:nvSpPr>
          <p:cNvPr id="296" name="Прямоугольник 5"/>
          <p:cNvSpPr/>
          <p:nvPr/>
        </p:nvSpPr>
        <p:spPr>
          <a:xfrm>
            <a:off x="0" y="5912280"/>
            <a:ext cx="1196136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1800" spc="-1" strike="noStrike">
                <a:solidFill>
                  <a:srgbClr val="252525"/>
                </a:solidFill>
                <a:latin typeface="Roboto"/>
              </a:rPr>
              <a:t>ветка-ссылка указывает на коммит, который является последним в "потоке" коммитов в данной ветке</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 Ветвление</a:t>
            </a:r>
            <a:endParaRPr b="0" lang="en-US" sz="4800" spc="-1" strike="noStrike">
              <a:solidFill>
                <a:schemeClr val="dk1"/>
              </a:solidFill>
              <a:latin typeface="Calibri"/>
            </a:endParaRPr>
          </a:p>
        </p:txBody>
      </p:sp>
      <p:sp>
        <p:nvSpPr>
          <p:cNvPr id="298" name="Прямоугольник 3"/>
          <p:cNvSpPr/>
          <p:nvPr/>
        </p:nvSpPr>
        <p:spPr>
          <a:xfrm>
            <a:off x="449640" y="1764000"/>
            <a:ext cx="11353320" cy="4479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3200" spc="-1" strike="noStrike">
                <a:solidFill>
                  <a:schemeClr val="dk1"/>
                </a:solidFill>
                <a:latin typeface="Calibri"/>
              </a:rPr>
              <a:t>Git хранит специальный указатель </a:t>
            </a:r>
            <a:r>
              <a:rPr b="1" lang="ru-RU" sz="3200" spc="-1" strike="noStrike">
                <a:solidFill>
                  <a:schemeClr val="dk1"/>
                </a:solidFill>
                <a:latin typeface="Calibri"/>
              </a:rPr>
              <a:t>HEAD</a:t>
            </a:r>
            <a:r>
              <a:rPr b="0" lang="ru-RU" sz="3200" spc="-1" strike="noStrike">
                <a:solidFill>
                  <a:schemeClr val="dk1"/>
                </a:solidFill>
                <a:latin typeface="Calibri"/>
              </a:rPr>
              <a:t> (указатель на текущую локальную ветку, на коммит из которого загружаются файлы).</a:t>
            </a:r>
            <a:endParaRPr b="0" lang="en-US" sz="3200" spc="-1" strike="noStrike">
              <a:solidFill>
                <a:srgbClr val="000000"/>
              </a:solidFill>
              <a:latin typeface="Arial"/>
            </a:endParaRPr>
          </a:p>
          <a:p>
            <a:pPr defTabSz="914400">
              <a:lnSpc>
                <a:spcPct val="100000"/>
              </a:lnSpc>
            </a:pPr>
            <a:endParaRPr b="0" lang="en-US" sz="3200" spc="-1" strike="noStrike">
              <a:solidFill>
                <a:srgbClr val="000000"/>
              </a:solidFill>
              <a:latin typeface="Arial"/>
            </a:endParaRPr>
          </a:p>
          <a:p>
            <a:pPr defTabSz="914400">
              <a:lnSpc>
                <a:spcPct val="100000"/>
              </a:lnSpc>
            </a:pPr>
            <a:r>
              <a:rPr b="1" lang="ru-RU" sz="3200" spc="-1" strike="noStrike">
                <a:solidFill>
                  <a:schemeClr val="dk1"/>
                </a:solidFill>
                <a:latin typeface="Calibri"/>
              </a:rPr>
              <a:t>ORIG_HEAD</a:t>
            </a:r>
            <a:r>
              <a:rPr b="0" lang="ru-RU" sz="3200" spc="-1" strike="noStrike">
                <a:solidFill>
                  <a:schemeClr val="dk1"/>
                </a:solidFill>
                <a:latin typeface="Calibri"/>
              </a:rPr>
              <a:t> – указатель, который появляется при передвижении </a:t>
            </a:r>
            <a:r>
              <a:rPr b="1" lang="ru-RU" sz="3200" spc="-1" strike="noStrike">
                <a:solidFill>
                  <a:schemeClr val="dk1"/>
                </a:solidFill>
                <a:latin typeface="Calibri"/>
              </a:rPr>
              <a:t>HEAD </a:t>
            </a:r>
            <a:r>
              <a:rPr b="0" lang="ru-RU" sz="3200" spc="-1" strike="noStrike">
                <a:solidFill>
                  <a:schemeClr val="dk1"/>
                </a:solidFill>
                <a:latin typeface="Calibri"/>
              </a:rPr>
              <a:t>вручную на НЕ последний коммит. </a:t>
            </a:r>
            <a:r>
              <a:rPr b="1" lang="ru-RU" sz="3200" spc="-1" strike="noStrike">
                <a:solidFill>
                  <a:schemeClr val="dk1"/>
                </a:solidFill>
                <a:latin typeface="Calibri"/>
              </a:rPr>
              <a:t>ORIG_HEAD</a:t>
            </a:r>
            <a:r>
              <a:rPr b="0" lang="ru-RU" sz="3200" spc="-1" strike="noStrike">
                <a:solidFill>
                  <a:schemeClr val="dk1"/>
                </a:solidFill>
                <a:latin typeface="Calibri"/>
              </a:rPr>
              <a:t> указывает на тот же коммит, на который указывал </a:t>
            </a:r>
            <a:r>
              <a:rPr b="1" lang="ru-RU" sz="3200" spc="-1" strike="noStrike">
                <a:solidFill>
                  <a:schemeClr val="dk1"/>
                </a:solidFill>
                <a:latin typeface="Calibri"/>
              </a:rPr>
              <a:t>HEAD </a:t>
            </a:r>
            <a:r>
              <a:rPr b="0" lang="ru-RU" sz="3200" spc="-1" strike="noStrike">
                <a:solidFill>
                  <a:schemeClr val="dk1"/>
                </a:solidFill>
                <a:latin typeface="Calibri"/>
              </a:rPr>
              <a:t>до передвижения назад. Нужен он, чтобы мы имели возможность вернуться на хронологически последний коммит без существенных затрат</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 Ветвление</a:t>
            </a:r>
            <a:endParaRPr b="0" lang="en-US" sz="4800" spc="-1" strike="noStrike">
              <a:solidFill>
                <a:schemeClr val="dk1"/>
              </a:solidFill>
              <a:latin typeface="Calibri"/>
            </a:endParaRPr>
          </a:p>
        </p:txBody>
      </p:sp>
      <p:pic>
        <p:nvPicPr>
          <p:cNvPr id="300" name="Рисунок 2" descr="Вырезка экрана"/>
          <p:cNvPicPr/>
          <p:nvPr/>
        </p:nvPicPr>
        <p:blipFill>
          <a:blip r:embed="rId1"/>
          <a:stretch/>
        </p:blipFill>
        <p:spPr>
          <a:xfrm>
            <a:off x="232920" y="1326240"/>
            <a:ext cx="11271600" cy="4122720"/>
          </a:xfrm>
          <a:prstGeom prst="rect">
            <a:avLst/>
          </a:prstGeom>
          <a:ln w="0">
            <a:noFill/>
          </a:ln>
        </p:spPr>
      </p:pic>
      <p:sp>
        <p:nvSpPr>
          <p:cNvPr id="301" name="Прямоугольник 4"/>
          <p:cNvSpPr/>
          <p:nvPr/>
        </p:nvSpPr>
        <p:spPr>
          <a:xfrm>
            <a:off x="232920" y="5749200"/>
            <a:ext cx="113533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ru-RU" sz="1800" spc="-1" strike="noStrike">
                <a:solidFill>
                  <a:srgbClr val="007c77"/>
                </a:solidFill>
                <a:latin typeface="Roboto"/>
              </a:rPr>
              <a:t>main </a:t>
            </a:r>
            <a:r>
              <a:rPr b="0" lang="ru-RU" sz="1800" spc="-1" strike="noStrike">
                <a:solidFill>
                  <a:srgbClr val="252525"/>
                </a:solidFill>
                <a:latin typeface="Roboto"/>
              </a:rPr>
              <a:t>– ветка по умолчанию и в то же время указатель на коммит </a:t>
            </a:r>
            <a:r>
              <a:rPr b="1" lang="ru-RU" sz="1800" spc="-1" strike="noStrike">
                <a:solidFill>
                  <a:srgbClr val="007c77"/>
                </a:solidFill>
                <a:latin typeface="Roboto"/>
              </a:rPr>
              <a:t>62aa</a:t>
            </a:r>
            <a:r>
              <a:rPr b="0" lang="ru-RU" sz="1800" spc="-1" strike="noStrike">
                <a:solidFill>
                  <a:srgbClr val="252525"/>
                </a:solidFill>
                <a:latin typeface="Roboto"/>
              </a:rPr>
              <a:t>, а </a:t>
            </a:r>
            <a:r>
              <a:rPr b="1" lang="ru-RU" sz="1800" spc="-1" strike="noStrike">
                <a:solidFill>
                  <a:srgbClr val="007c77"/>
                </a:solidFill>
                <a:latin typeface="Roboto"/>
              </a:rPr>
              <a:t>HEAD </a:t>
            </a:r>
            <a:r>
              <a:rPr b="0" lang="ru-RU" sz="1800" spc="-1" strike="noStrike">
                <a:solidFill>
                  <a:srgbClr val="252525"/>
                </a:solidFill>
                <a:latin typeface="Roboto"/>
              </a:rPr>
              <a:t>– указатель на ветку, с которой мы сейчас работаем, то есть на ветку </a:t>
            </a:r>
            <a:r>
              <a:rPr b="1" lang="ru-RU" sz="1800" spc="-1" strike="noStrike">
                <a:solidFill>
                  <a:srgbClr val="007c77"/>
                </a:solidFill>
                <a:latin typeface="Roboto"/>
              </a:rPr>
              <a:t>main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449640" y="312120"/>
            <a:ext cx="11353320" cy="88128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 Ветвление</a:t>
            </a:r>
            <a:endParaRPr b="0" lang="en-US" sz="4800" spc="-1" strike="noStrike">
              <a:solidFill>
                <a:schemeClr val="dk1"/>
              </a:solidFill>
              <a:latin typeface="Calibri"/>
            </a:endParaRPr>
          </a:p>
        </p:txBody>
      </p:sp>
      <p:graphicFrame>
        <p:nvGraphicFramePr>
          <p:cNvPr id="303" name="Таблица 2"/>
          <p:cNvGraphicFramePr/>
          <p:nvPr/>
        </p:nvGraphicFramePr>
        <p:xfrm>
          <a:off x="363240" y="1193760"/>
          <a:ext cx="11526480" cy="4622400"/>
        </p:xfrm>
        <a:graphic>
          <a:graphicData uri="http://schemas.openxmlformats.org/drawingml/2006/table">
            <a:tbl>
              <a:tblPr/>
              <a:tblGrid>
                <a:gridCol w="4411080"/>
                <a:gridCol w="7115400"/>
              </a:tblGrid>
              <a:tr h="370800">
                <a:tc>
                  <a:txBody>
                    <a:bodyPr anchor="t">
                      <a:noAutofit/>
                    </a:bodyPr>
                    <a:p>
                      <a:pPr defTabSz="914400">
                        <a:lnSpc>
                          <a:spcPct val="100000"/>
                        </a:lnSpc>
                      </a:pPr>
                      <a:r>
                        <a:rPr b="0" lang="en-US" sz="3200" spc="-1" strike="noStrike">
                          <a:solidFill>
                            <a:schemeClr val="dk1"/>
                          </a:solidFill>
                          <a:latin typeface="Calibri"/>
                        </a:rPr>
                        <a:t>git branch new_branch</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3200" spc="-1" strike="noStrike">
                          <a:solidFill>
                            <a:schemeClr val="dk1"/>
                          </a:solidFill>
                          <a:latin typeface="Calibri"/>
                        </a:rPr>
                        <a:t>создание новой ветки (но не переключение на нее)</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3200" spc="-1" strike="noStrike">
                          <a:solidFill>
                            <a:schemeClr val="dk1"/>
                          </a:solidFill>
                          <a:latin typeface="Calibri"/>
                        </a:rPr>
                        <a:t>git checkout new_branch</a:t>
                      </a:r>
                      <a:endParaRPr b="0" lang="en-US" sz="3200" spc="-1" strike="noStrike">
                        <a:solidFill>
                          <a:srgbClr val="000000"/>
                        </a:solidFill>
                        <a:latin typeface="Arial"/>
                      </a:endParaRPr>
                    </a:p>
                    <a:p>
                      <a:pPr defTabSz="914400">
                        <a:lnSpc>
                          <a:spcPct val="100000"/>
                        </a:lnSpc>
                      </a:pPr>
                      <a:r>
                        <a:rPr b="0" lang="en-US" sz="3200" spc="-1" strike="noStrike">
                          <a:solidFill>
                            <a:schemeClr val="dk1"/>
                          </a:solidFill>
                          <a:latin typeface="Calibri"/>
                        </a:rPr>
                        <a:t>git checkout </a:t>
                      </a:r>
                      <a:r>
                        <a:rPr b="0" lang="ru-RU" sz="3200" spc="-1" strike="noStrike">
                          <a:solidFill>
                            <a:schemeClr val="dk1"/>
                          </a:solidFill>
                          <a:latin typeface="Calibri"/>
                        </a:rPr>
                        <a:t>-</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3200" spc="-1" strike="noStrike">
                          <a:solidFill>
                            <a:schemeClr val="dk1"/>
                          </a:solidFill>
                          <a:latin typeface="Calibri"/>
                        </a:rPr>
                        <a:t>переключение на ветку </a:t>
                      </a:r>
                      <a:r>
                        <a:rPr b="0" lang="en-US" sz="3200" spc="-1" strike="noStrike">
                          <a:solidFill>
                            <a:schemeClr val="dk1"/>
                          </a:solidFill>
                          <a:latin typeface="Calibri"/>
                        </a:rPr>
                        <a:t>new_branch</a:t>
                      </a:r>
                      <a:endParaRPr b="0" lang="en-US" sz="3200" spc="-1" strike="noStrike">
                        <a:solidFill>
                          <a:srgbClr val="000000"/>
                        </a:solidFill>
                        <a:latin typeface="Arial"/>
                      </a:endParaRPr>
                    </a:p>
                    <a:p>
                      <a:pPr defTabSz="914400">
                        <a:lnSpc>
                          <a:spcPct val="100000"/>
                        </a:lnSpc>
                      </a:pPr>
                      <a:r>
                        <a:rPr b="0" lang="ru-RU" sz="3200" spc="-1" strike="noStrike">
                          <a:solidFill>
                            <a:schemeClr val="dk1"/>
                          </a:solidFill>
                          <a:latin typeface="Calibri"/>
                        </a:rPr>
                        <a:t>переключение на предыдущую ветку </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en-US" sz="2800" spc="-1" strike="noStrike">
                          <a:solidFill>
                            <a:schemeClr val="dk1"/>
                          </a:solidFill>
                          <a:latin typeface="Calibri"/>
                        </a:rPr>
                        <a:t>git checkout -b new_branch</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3200" spc="-1" strike="noStrike">
                          <a:solidFill>
                            <a:schemeClr val="dk1"/>
                          </a:solidFill>
                          <a:latin typeface="Calibri"/>
                        </a:rPr>
                        <a:t>создание новой ветки и переключение на нее</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3200" spc="-1" strike="noStrike">
                          <a:solidFill>
                            <a:schemeClr val="dk1"/>
                          </a:solidFill>
                          <a:latin typeface="Calibri"/>
                        </a:rPr>
                        <a:t>git branch</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3200" spc="-1" strike="noStrike">
                          <a:solidFill>
                            <a:schemeClr val="dk1"/>
                          </a:solidFill>
                          <a:latin typeface="Calibri"/>
                        </a:rPr>
                        <a:t>просмотр локальных веток</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en-US" sz="3200" spc="-1" strike="noStrike">
                          <a:solidFill>
                            <a:schemeClr val="dk1"/>
                          </a:solidFill>
                          <a:latin typeface="Calibri"/>
                        </a:rPr>
                        <a:t>git branch</a:t>
                      </a:r>
                      <a:r>
                        <a:rPr b="0" lang="ru-RU" sz="3200" spc="-1" strike="noStrike">
                          <a:solidFill>
                            <a:schemeClr val="dk1"/>
                          </a:solidFill>
                          <a:latin typeface="Calibri"/>
                        </a:rPr>
                        <a:t> -</a:t>
                      </a:r>
                      <a:r>
                        <a:rPr b="0" lang="en-US" sz="3200" spc="-1" strike="noStrike">
                          <a:solidFill>
                            <a:schemeClr val="dk1"/>
                          </a:solidFill>
                          <a:latin typeface="Calibri"/>
                        </a:rPr>
                        <a:t>a</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3200" spc="-1" strike="noStrike">
                          <a:solidFill>
                            <a:schemeClr val="dk1"/>
                          </a:solidFill>
                          <a:latin typeface="Calibri"/>
                        </a:rPr>
                        <a:t>просмотр локальных</a:t>
                      </a:r>
                      <a:r>
                        <a:rPr b="0" lang="en-US" sz="3200" spc="-1" strike="noStrike">
                          <a:solidFill>
                            <a:schemeClr val="dk1"/>
                          </a:solidFill>
                          <a:latin typeface="Calibri"/>
                        </a:rPr>
                        <a:t> </a:t>
                      </a:r>
                      <a:r>
                        <a:rPr b="0" lang="ru-RU" sz="3200" spc="-1" strike="noStrike">
                          <a:solidFill>
                            <a:schemeClr val="dk1"/>
                          </a:solidFill>
                          <a:latin typeface="Calibri"/>
                        </a:rPr>
                        <a:t>и удаленных веток</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tabLst>
                          <a:tab algn="l" pos="0"/>
                        </a:tabLst>
                      </a:pPr>
                      <a:r>
                        <a:rPr b="0" lang="en-US" sz="3200" spc="-1" strike="noStrike">
                          <a:solidFill>
                            <a:schemeClr val="dk1"/>
                          </a:solidFill>
                          <a:latin typeface="Calibri"/>
                        </a:rPr>
                        <a:t>git branch</a:t>
                      </a:r>
                      <a:r>
                        <a:rPr b="0" lang="ru-RU" sz="3200" spc="-1" strike="noStrike">
                          <a:solidFill>
                            <a:schemeClr val="dk1"/>
                          </a:solidFill>
                          <a:latin typeface="Calibri"/>
                        </a:rPr>
                        <a:t> -</a:t>
                      </a:r>
                      <a:r>
                        <a:rPr b="0" lang="en-US" sz="3200" spc="-1" strike="noStrike">
                          <a:solidFill>
                            <a:schemeClr val="dk1"/>
                          </a:solidFill>
                          <a:latin typeface="Calibri"/>
                        </a:rPr>
                        <a:t>r</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tabLst>
                          <a:tab algn="l" pos="0"/>
                        </a:tabLst>
                      </a:pPr>
                      <a:r>
                        <a:rPr b="0" lang="ru-RU" sz="3200" spc="-1" strike="noStrike">
                          <a:solidFill>
                            <a:schemeClr val="dk1"/>
                          </a:solidFill>
                          <a:latin typeface="Calibri"/>
                        </a:rPr>
                        <a:t>просмотр удаленных веток</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449640" y="0"/>
            <a:ext cx="11353320" cy="889560"/>
          </a:xfrm>
          <a:prstGeom prst="rect">
            <a:avLst/>
          </a:prstGeom>
          <a:noFill/>
          <a:ln w="0">
            <a:noFill/>
          </a:ln>
        </p:spPr>
        <p:txBody>
          <a:bodyPr lIns="91440" rIns="91440" tIns="45720" bIns="45720" anchor="b">
            <a:norm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 Ветвление</a:t>
            </a:r>
            <a:endParaRPr b="0" lang="en-US" sz="4800" spc="-1" strike="noStrike">
              <a:solidFill>
                <a:schemeClr val="dk1"/>
              </a:solidFill>
              <a:latin typeface="Calibri"/>
            </a:endParaRPr>
          </a:p>
        </p:txBody>
      </p:sp>
      <p:pic>
        <p:nvPicPr>
          <p:cNvPr id="305" name="Рисунок 3" descr="Вырезка экрана"/>
          <p:cNvPicPr/>
          <p:nvPr/>
        </p:nvPicPr>
        <p:blipFill>
          <a:blip r:embed="rId1"/>
          <a:stretch/>
        </p:blipFill>
        <p:spPr>
          <a:xfrm>
            <a:off x="449640" y="889920"/>
            <a:ext cx="6441480" cy="5960520"/>
          </a:xfrm>
          <a:prstGeom prst="rect">
            <a:avLst/>
          </a:prstGeom>
          <a:ln w="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609480" y="19188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Ветвление</a:t>
            </a:r>
            <a:endParaRPr b="0" lang="en-US" sz="4800" spc="-1" strike="noStrike">
              <a:solidFill>
                <a:schemeClr val="dk1"/>
              </a:solidFill>
              <a:latin typeface="Calibri"/>
            </a:endParaRPr>
          </a:p>
        </p:txBody>
      </p:sp>
      <p:pic>
        <p:nvPicPr>
          <p:cNvPr id="307" name="Рисунок 5" descr="Вырезка экрана"/>
          <p:cNvPicPr/>
          <p:nvPr/>
        </p:nvPicPr>
        <p:blipFill>
          <a:blip r:embed="rId1"/>
          <a:stretch/>
        </p:blipFill>
        <p:spPr>
          <a:xfrm>
            <a:off x="92160" y="1742760"/>
            <a:ext cx="12019320" cy="2873520"/>
          </a:xfrm>
          <a:prstGeom prst="rect">
            <a:avLst/>
          </a:prstGeom>
          <a:ln w="0">
            <a:noFill/>
          </a:ln>
        </p:spPr>
      </p:pic>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609480" y="191880"/>
            <a:ext cx="10058040" cy="626760"/>
          </a:xfrm>
          <a:prstGeom prst="rect">
            <a:avLst/>
          </a:prstGeom>
          <a:noFill/>
          <a:ln w="0">
            <a:noFill/>
          </a:ln>
        </p:spPr>
        <p:txBody>
          <a:bodyPr lIns="91440" rIns="91440" tIns="45720" bIns="45720" anchor="b">
            <a:normAutofit fontScale="87308"/>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a:t>
            </a:r>
            <a:r>
              <a:rPr b="0" lang="ru-RU" sz="4800" spc="-52" strike="noStrike">
                <a:solidFill>
                  <a:schemeClr val="dk1"/>
                </a:solidFill>
                <a:latin typeface="Calibri Light"/>
              </a:rPr>
              <a: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Ветвление</a:t>
            </a:r>
            <a:endParaRPr b="0" lang="en-US" sz="4800" spc="-1" strike="noStrike">
              <a:solidFill>
                <a:schemeClr val="dk1"/>
              </a:solidFill>
              <a:latin typeface="Calibri"/>
            </a:endParaRPr>
          </a:p>
        </p:txBody>
      </p:sp>
      <p:pic>
        <p:nvPicPr>
          <p:cNvPr id="309" name="Рисунок 2" descr="Вырезка экрана"/>
          <p:cNvPicPr/>
          <p:nvPr/>
        </p:nvPicPr>
        <p:blipFill>
          <a:blip r:embed="rId1"/>
          <a:stretch/>
        </p:blipFill>
        <p:spPr>
          <a:xfrm>
            <a:off x="4929840" y="279720"/>
            <a:ext cx="7076160" cy="1077840"/>
          </a:xfrm>
          <a:prstGeom prst="rect">
            <a:avLst/>
          </a:prstGeom>
          <a:ln w="0">
            <a:noFill/>
          </a:ln>
        </p:spPr>
      </p:pic>
      <p:pic>
        <p:nvPicPr>
          <p:cNvPr id="310" name="Рисунок 3" descr="Вырезка экрана"/>
          <p:cNvPicPr/>
          <p:nvPr/>
        </p:nvPicPr>
        <p:blipFill>
          <a:blip r:embed="rId2"/>
          <a:stretch/>
        </p:blipFill>
        <p:spPr>
          <a:xfrm>
            <a:off x="0" y="1446120"/>
            <a:ext cx="6653880" cy="3498840"/>
          </a:xfrm>
          <a:prstGeom prst="rect">
            <a:avLst/>
          </a:prstGeom>
          <a:ln w="0">
            <a:noFill/>
          </a:ln>
        </p:spPr>
      </p:pic>
      <p:pic>
        <p:nvPicPr>
          <p:cNvPr id="311" name="Рисунок 4" descr="Вырезка экрана"/>
          <p:cNvPicPr/>
          <p:nvPr/>
        </p:nvPicPr>
        <p:blipFill>
          <a:blip r:embed="rId3"/>
          <a:stretch/>
        </p:blipFill>
        <p:spPr>
          <a:xfrm>
            <a:off x="6819120" y="3504600"/>
            <a:ext cx="5372640" cy="3353040"/>
          </a:xfrm>
          <a:prstGeom prst="rect">
            <a:avLst/>
          </a:prstGeom>
          <a:ln w="0">
            <a:noFill/>
          </a:ln>
        </p:spPr>
      </p:pic>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0" y="106200"/>
            <a:ext cx="10058040" cy="78876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graphicFrame>
        <p:nvGraphicFramePr>
          <p:cNvPr id="313" name="Объект 3"/>
          <p:cNvGraphicFramePr/>
          <p:nvPr/>
        </p:nvGraphicFramePr>
        <p:xfrm>
          <a:off x="51840" y="1360800"/>
          <a:ext cx="11894760" cy="4328640"/>
        </p:xfrm>
        <a:graphic>
          <a:graphicData uri="http://schemas.openxmlformats.org/drawingml/2006/table">
            <a:tbl>
              <a:tblPr/>
              <a:tblGrid>
                <a:gridCol w="5463000"/>
                <a:gridCol w="6432120"/>
              </a:tblGrid>
              <a:tr h="370800">
                <a:tc>
                  <a:txBody>
                    <a:bodyPr anchor="t">
                      <a:noAutofit/>
                    </a:bodyPr>
                    <a:p>
                      <a:pPr defTabSz="914400">
                        <a:lnSpc>
                          <a:spcPct val="100000"/>
                        </a:lnSpc>
                      </a:pPr>
                      <a:r>
                        <a:rPr b="0" lang="en-US" sz="2800" spc="-1" strike="noStrike">
                          <a:solidFill>
                            <a:schemeClr val="dk1"/>
                          </a:solidFill>
                          <a:latin typeface="Calibri"/>
                        </a:rPr>
                        <a:t>git push --set-upstream origin iss53</a:t>
                      </a: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git push -u origin br1</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Отправить ветку </a:t>
                      </a:r>
                      <a:r>
                        <a:rPr b="0" lang="en-US" sz="2800" spc="-1" strike="noStrike">
                          <a:solidFill>
                            <a:schemeClr val="dk1"/>
                          </a:solidFill>
                          <a:latin typeface="Calibri"/>
                        </a:rPr>
                        <a:t>iss53 (br1)</a:t>
                      </a:r>
                      <a:r>
                        <a:rPr b="0" lang="ru-RU" sz="2800" spc="-1" strike="noStrike">
                          <a:solidFill>
                            <a:schemeClr val="dk1"/>
                          </a:solidFill>
                          <a:latin typeface="Calibri"/>
                        </a:rPr>
                        <a:t> на удаленный сервер</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tabLst>
                          <a:tab algn="l" pos="0"/>
                        </a:tabLst>
                      </a:pPr>
                      <a:r>
                        <a:rPr b="0" lang="en-US" sz="2800" spc="-1" strike="noStrike">
                          <a:solidFill>
                            <a:schemeClr val="dk1"/>
                          </a:solidFill>
                          <a:latin typeface="Calibri"/>
                        </a:rPr>
                        <a:t>git push --all</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Отправить все локальные ветки </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tabLst>
                          <a:tab algn="l" pos="0"/>
                        </a:tabLst>
                      </a:pPr>
                      <a:endParaRPr b="0" lang="en-US" sz="2800" spc="-1" strike="noStrike">
                        <a:solidFill>
                          <a:srgbClr val="000000"/>
                        </a:solidFill>
                        <a:latin typeface="Arial"/>
                      </a:endParaRPr>
                    </a:p>
                    <a:p>
                      <a:pPr defTabSz="914400">
                        <a:lnSpc>
                          <a:spcPct val="100000"/>
                        </a:lnSpc>
                        <a:tabLst>
                          <a:tab algn="l" pos="0"/>
                        </a:tabLst>
                      </a:pPr>
                      <a:endParaRPr b="0" lang="en-US" sz="2800" spc="-1" strike="noStrike">
                        <a:solidFill>
                          <a:srgbClr val="000000"/>
                        </a:solidFill>
                        <a:latin typeface="Arial"/>
                      </a:endParaRPr>
                    </a:p>
                    <a:p>
                      <a:pPr defTabSz="914400">
                        <a:lnSpc>
                          <a:spcPct val="100000"/>
                        </a:lnSpc>
                        <a:tabLst>
                          <a:tab algn="l" pos="0"/>
                        </a:tabLst>
                      </a:pPr>
                      <a:r>
                        <a:rPr b="0" lang="en-US" sz="2800" spc="-1" strike="noStrike">
                          <a:solidFill>
                            <a:schemeClr val="dk1"/>
                          </a:solidFill>
                          <a:latin typeface="Calibri"/>
                        </a:rPr>
                        <a:t>git fetch origin br1</a:t>
                      </a:r>
                      <a:endParaRPr b="0" lang="en-US" sz="2800" spc="-1" strike="noStrike">
                        <a:solidFill>
                          <a:srgbClr val="000000"/>
                        </a:solidFill>
                        <a:latin typeface="Arial"/>
                      </a:endParaRPr>
                    </a:p>
                    <a:p>
                      <a:pPr defTabSz="914400">
                        <a:lnSpc>
                          <a:spcPct val="100000"/>
                        </a:lnSpc>
                        <a:tabLst>
                          <a:tab algn="l" pos="0"/>
                        </a:tabLst>
                      </a:pPr>
                      <a:endParaRPr b="0" lang="en-US" sz="2800" spc="-1" strike="noStrike">
                        <a:solidFill>
                          <a:srgbClr val="000000"/>
                        </a:solidFill>
                        <a:latin typeface="Arial"/>
                      </a:endParaRPr>
                    </a:p>
                    <a:p>
                      <a:pPr defTabSz="914400">
                        <a:lnSpc>
                          <a:spcPct val="100000"/>
                        </a:lnSpc>
                        <a:tabLst>
                          <a:tab algn="l" pos="0"/>
                        </a:tabLst>
                      </a:pPr>
                      <a:endParaRPr b="0" lang="en-US" sz="2800" spc="-1" strike="noStrike">
                        <a:solidFill>
                          <a:srgbClr val="000000"/>
                        </a:solidFill>
                        <a:latin typeface="Arial"/>
                      </a:endParaRPr>
                    </a:p>
                    <a:p>
                      <a:pPr defTabSz="914400">
                        <a:lnSpc>
                          <a:spcPct val="100000"/>
                        </a:lnSpc>
                        <a:tabLst>
                          <a:tab algn="l" pos="0"/>
                        </a:tabLst>
                      </a:pPr>
                      <a:r>
                        <a:rPr b="0" lang="en-US" sz="2800" spc="-1" strike="noStrike">
                          <a:solidFill>
                            <a:schemeClr val="dk1"/>
                          </a:solidFill>
                          <a:latin typeface="Calibri"/>
                        </a:rPr>
                        <a:t>git pull origin br1</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получение всех последних</a:t>
                      </a:r>
                      <a:endParaRPr b="0" lang="en-US" sz="2800" spc="-1" strike="noStrike">
                        <a:solidFill>
                          <a:srgbClr val="000000"/>
                        </a:solidFill>
                        <a:latin typeface="Arial"/>
                      </a:endParaRPr>
                    </a:p>
                    <a:p>
                      <a:pPr defTabSz="914400">
                        <a:lnSpc>
                          <a:spcPct val="100000"/>
                        </a:lnSpc>
                        <a:tabLst>
                          <a:tab algn="l" pos="0"/>
                        </a:tabLst>
                      </a:pPr>
                      <a:r>
                        <a:rPr b="0" lang="ru-RU" sz="2800" spc="-1" strike="noStrike">
                          <a:solidFill>
                            <a:schemeClr val="dk1"/>
                          </a:solidFill>
                          <a:latin typeface="Calibri"/>
                        </a:rPr>
                        <a:t>изменений с удаленной ветки </a:t>
                      </a:r>
                      <a:r>
                        <a:rPr b="0" lang="en-US" sz="2800" spc="-1" strike="noStrike">
                          <a:solidFill>
                            <a:schemeClr val="dk1"/>
                          </a:solidFill>
                          <a:latin typeface="Calibri"/>
                        </a:rPr>
                        <a:t>br1</a:t>
                      </a:r>
                      <a:endParaRPr b="0" lang="en-US" sz="2800" spc="-1" strike="noStrike">
                        <a:solidFill>
                          <a:srgbClr val="000000"/>
                        </a:solidFill>
                        <a:latin typeface="Arial"/>
                      </a:endParaRPr>
                    </a:p>
                    <a:p>
                      <a:pPr defTabSz="914400">
                        <a:lnSpc>
                          <a:spcPct val="100000"/>
                        </a:lnSpc>
                        <a:tabLst>
                          <a:tab algn="l" pos="0"/>
                        </a:tabLst>
                      </a:pPr>
                      <a:r>
                        <a:rPr b="0" lang="ru-RU" sz="2000" spc="-1" strike="noStrike">
                          <a:solidFill>
                            <a:schemeClr val="dk1"/>
                          </a:solidFill>
                          <a:latin typeface="Calibri"/>
                        </a:rPr>
                        <a:t>связывается с удалённым репозиторием и забирает из него все изменения, которых у вас пока нет и сохраняет их локально</a:t>
                      </a:r>
                      <a:endParaRPr b="0" lang="en-US" sz="2000" spc="-1" strike="noStrike">
                        <a:solidFill>
                          <a:srgbClr val="000000"/>
                        </a:solidFill>
                        <a:latin typeface="Arial"/>
                      </a:endParaRPr>
                    </a:p>
                    <a:p>
                      <a:pPr defTabSz="914400">
                        <a:lnSpc>
                          <a:spcPct val="100000"/>
                        </a:lnSpc>
                        <a:tabLst>
                          <a:tab algn="l" pos="0"/>
                        </a:tabLst>
                      </a:pPr>
                      <a:r>
                        <a:rPr b="0" lang="en-US" sz="2800" spc="-1" strike="noStrike">
                          <a:solidFill>
                            <a:schemeClr val="dk1"/>
                          </a:solidFill>
                          <a:latin typeface="Calibri"/>
                        </a:rPr>
                        <a:t>-</a:t>
                      </a:r>
                      <a:r>
                        <a:rPr b="0" lang="ru-RU" sz="2800" spc="-1" strike="noStrike">
                          <a:solidFill>
                            <a:schemeClr val="dk1"/>
                          </a:solidFill>
                          <a:latin typeface="Calibri"/>
                        </a:rPr>
                        <a:t>автоматически сливает коммиты, не давая вам сначала просмотреть их</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2800" spc="-1" strike="noStrike">
                          <a:solidFill>
                            <a:schemeClr val="dk1"/>
                          </a:solidFill>
                          <a:latin typeface="Calibri"/>
                        </a:rPr>
                        <a:t>git push origin iss53</a:t>
                      </a:r>
                      <a:r>
                        <a:rPr b="0" lang="ru-RU" sz="2800" spc="-1" strike="noStrike">
                          <a:solidFill>
                            <a:schemeClr val="dk1"/>
                          </a:solidFill>
                          <a:latin typeface="Calibri"/>
                        </a:rPr>
                        <a:t>:</a:t>
                      </a:r>
                      <a:r>
                        <a:rPr b="0" lang="en-US" sz="2800" spc="-1" strike="noStrike">
                          <a:solidFill>
                            <a:schemeClr val="dk1"/>
                          </a:solidFill>
                          <a:latin typeface="Calibri"/>
                        </a:rPr>
                        <a:t>br</a:t>
                      </a:r>
                      <a:r>
                        <a:rPr b="0" lang="ru-RU" sz="2800" spc="-1" strike="noStrike">
                          <a:solidFill>
                            <a:schemeClr val="dk1"/>
                          </a:solidFill>
                          <a:latin typeface="Calibri"/>
                        </a:rPr>
                        <a:t>1</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отправка изменений из локальной ветки </a:t>
                      </a:r>
                      <a:r>
                        <a:rPr b="0" lang="en-US" sz="2800" spc="-1" strike="noStrike">
                          <a:solidFill>
                            <a:schemeClr val="dk1"/>
                          </a:solidFill>
                          <a:latin typeface="Calibri"/>
                        </a:rPr>
                        <a:t>iss53 </a:t>
                      </a:r>
                      <a:r>
                        <a:rPr b="0" lang="ru-RU" sz="2800" spc="-1" strike="noStrike">
                          <a:solidFill>
                            <a:schemeClr val="dk1"/>
                          </a:solidFill>
                          <a:latin typeface="Calibri"/>
                        </a:rPr>
                        <a:t>в удаленную ветку</a:t>
                      </a:r>
                      <a:r>
                        <a:rPr b="0" lang="en-US" sz="2800" spc="-1" strike="noStrike">
                          <a:solidFill>
                            <a:schemeClr val="dk1"/>
                          </a:solidFill>
                          <a:latin typeface="Calibri"/>
                        </a:rPr>
                        <a:t> br1</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314" name="Прямоугольник 4"/>
          <p:cNvSpPr/>
          <p:nvPr/>
        </p:nvSpPr>
        <p:spPr>
          <a:xfrm>
            <a:off x="0" y="895320"/>
            <a:ext cx="1194696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2000" spc="-1" strike="noStrike">
                <a:solidFill>
                  <a:schemeClr val="dk1"/>
                </a:solidFill>
                <a:latin typeface="Calibri"/>
              </a:rPr>
              <a:t>Удалённые ссылки — это ссылки (указатели) в ваших удалённых репозиториях, включая ветки, теги и т.д.</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0" y="106200"/>
            <a:ext cx="10058040" cy="78876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graphicFrame>
        <p:nvGraphicFramePr>
          <p:cNvPr id="316" name="Объект 3"/>
          <p:cNvGraphicFramePr/>
          <p:nvPr/>
        </p:nvGraphicFramePr>
        <p:xfrm>
          <a:off x="124920" y="1818000"/>
          <a:ext cx="11894760" cy="1313280"/>
        </p:xfrm>
        <a:graphic>
          <a:graphicData uri="http://schemas.openxmlformats.org/drawingml/2006/table">
            <a:tbl>
              <a:tblPr/>
              <a:tblGrid>
                <a:gridCol w="2738160"/>
                <a:gridCol w="9156960"/>
              </a:tblGrid>
              <a:tr h="370800">
                <a:tc>
                  <a:txBody>
                    <a:bodyPr anchor="t">
                      <a:noAutofit/>
                    </a:bodyPr>
                    <a:p>
                      <a:pPr defTabSz="914400">
                        <a:lnSpc>
                          <a:spcPct val="100000"/>
                        </a:lnSpc>
                      </a:pPr>
                      <a:r>
                        <a:rPr b="0" lang="en-US" sz="3200" spc="-1" strike="noStrike">
                          <a:solidFill>
                            <a:schemeClr val="dk1"/>
                          </a:solidFill>
                          <a:latin typeface="Calibri"/>
                        </a:rPr>
                        <a:t>git stash</a:t>
                      </a:r>
                      <a:endParaRPr b="0" lang="en-US" sz="3200" spc="-1" strike="noStrike">
                        <a:solidFill>
                          <a:srgbClr val="000000"/>
                        </a:solidFill>
                        <a:latin typeface="Arial"/>
                      </a:endParaRPr>
                    </a:p>
                    <a:p>
                      <a:pPr defTabSz="914400">
                        <a:lnSpc>
                          <a:spcPct val="100000"/>
                        </a:lnSpc>
                        <a:tabLst>
                          <a:tab algn="l" pos="0"/>
                        </a:tabLst>
                      </a:pPr>
                      <a:r>
                        <a:rPr b="0" lang="en-US" sz="3200" spc="-1" strike="noStrike">
                          <a:solidFill>
                            <a:schemeClr val="dk1"/>
                          </a:solidFill>
                          <a:latin typeface="Calibri"/>
                        </a:rPr>
                        <a:t>git stash</a:t>
                      </a:r>
                      <a:r>
                        <a:rPr b="0" lang="ru-RU" sz="3200" spc="-1" strike="noStrike">
                          <a:solidFill>
                            <a:schemeClr val="dk1"/>
                          </a:solidFill>
                          <a:latin typeface="Calibri"/>
                        </a:rPr>
                        <a:t> </a:t>
                      </a:r>
                      <a:r>
                        <a:rPr b="0" lang="en-US" sz="3200" spc="-1" strike="noStrike">
                          <a:solidFill>
                            <a:schemeClr val="dk1"/>
                          </a:solidFill>
                          <a:latin typeface="Calibri"/>
                        </a:rPr>
                        <a:t>list</a:t>
                      </a:r>
                      <a:endParaRPr b="0" lang="en-US" sz="3200" spc="-1" strike="noStrike">
                        <a:solidFill>
                          <a:srgbClr val="000000"/>
                        </a:solidFill>
                        <a:latin typeface="Arial"/>
                      </a:endParaRPr>
                    </a:p>
                    <a:p>
                      <a:pPr defTabSz="914400">
                        <a:lnSpc>
                          <a:spcPct val="100000"/>
                        </a:lnSpc>
                        <a:tabLst>
                          <a:tab algn="l" pos="0"/>
                        </a:tabLst>
                      </a:pPr>
                      <a:r>
                        <a:rPr b="0" lang="en-US" sz="3200" spc="-1" strike="noStrike">
                          <a:solidFill>
                            <a:schemeClr val="dk1"/>
                          </a:solidFill>
                          <a:latin typeface="Calibri"/>
                        </a:rPr>
                        <a:t>git stash pop</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3200" spc="-1" strike="noStrike">
                          <a:solidFill>
                            <a:schemeClr val="dk1"/>
                          </a:solidFill>
                          <a:latin typeface="Calibri"/>
                        </a:rPr>
                        <a:t>Отложить изменения, не добавляя их в коммит</a:t>
                      </a:r>
                      <a:endParaRPr b="0" lang="en-US" sz="3200" spc="-1" strike="noStrike">
                        <a:solidFill>
                          <a:srgbClr val="000000"/>
                        </a:solidFill>
                        <a:latin typeface="Arial"/>
                      </a:endParaRPr>
                    </a:p>
                    <a:p>
                      <a:pPr defTabSz="914400">
                        <a:lnSpc>
                          <a:spcPct val="100000"/>
                        </a:lnSpc>
                      </a:pPr>
                      <a:r>
                        <a:rPr b="0" lang="en-US" sz="3200" spc="-1" strike="noStrike">
                          <a:solidFill>
                            <a:schemeClr val="dk1"/>
                          </a:solidFill>
                          <a:latin typeface="Calibri"/>
                        </a:rPr>
                        <a:t>C</a:t>
                      </a:r>
                      <a:r>
                        <a:rPr b="0" lang="ru-RU" sz="3200" spc="-1" strike="noStrike">
                          <a:solidFill>
                            <a:schemeClr val="dk1"/>
                          </a:solidFill>
                          <a:latin typeface="Calibri"/>
                        </a:rPr>
                        <a:t>писок всех отложенных изменений</a:t>
                      </a:r>
                      <a:endParaRPr b="0" lang="en-US" sz="3200" spc="-1" strike="noStrike">
                        <a:solidFill>
                          <a:srgbClr val="000000"/>
                        </a:solidFill>
                        <a:latin typeface="Arial"/>
                      </a:endParaRPr>
                    </a:p>
                    <a:p>
                      <a:pPr defTabSz="914400">
                        <a:lnSpc>
                          <a:spcPct val="100000"/>
                        </a:lnSpc>
                      </a:pPr>
                      <a:r>
                        <a:rPr b="0" lang="ru-RU" sz="3200" spc="-1" strike="noStrike">
                          <a:solidFill>
                            <a:schemeClr val="dk1"/>
                          </a:solidFill>
                          <a:latin typeface="Calibri"/>
                        </a:rPr>
                        <a:t>Возврат отложенных изменений в рабочую копию</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1067400" y="216000"/>
            <a:ext cx="10058040" cy="10220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Просмотр состояния ветки</a:t>
            </a:r>
            <a:endParaRPr b="0" lang="en-US" sz="4800" spc="-1" strike="noStrike">
              <a:solidFill>
                <a:schemeClr val="dk1"/>
              </a:solidFill>
              <a:latin typeface="Calibri"/>
            </a:endParaRPr>
          </a:p>
        </p:txBody>
      </p:sp>
      <p:graphicFrame>
        <p:nvGraphicFramePr>
          <p:cNvPr id="318" name="Объект 3"/>
          <p:cNvGraphicFramePr/>
          <p:nvPr/>
        </p:nvGraphicFramePr>
        <p:xfrm>
          <a:off x="0" y="1771920"/>
          <a:ext cx="12191760" cy="3727800"/>
        </p:xfrm>
        <a:graphic>
          <a:graphicData uri="http://schemas.openxmlformats.org/drawingml/2006/table">
            <a:tbl>
              <a:tblPr/>
              <a:tblGrid>
                <a:gridCol w="5018040"/>
                <a:gridCol w="7173720"/>
              </a:tblGrid>
              <a:tr h="370800">
                <a:tc>
                  <a:txBody>
                    <a:bodyPr anchor="t">
                      <a:noAutofit/>
                    </a:bodyPr>
                    <a:p>
                      <a:pPr defTabSz="914400">
                        <a:lnSpc>
                          <a:spcPct val="100000"/>
                        </a:lnSpc>
                      </a:pPr>
                      <a:r>
                        <a:rPr b="0" lang="en-US" sz="2800" spc="-1" strike="noStrike">
                          <a:solidFill>
                            <a:schemeClr val="dk1"/>
                          </a:solidFill>
                          <a:latin typeface="Calibri"/>
                        </a:rPr>
                        <a:t>git status</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Просмотр состояния файлов ветки</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2800" spc="-1" strike="noStrike">
                          <a:solidFill>
                            <a:schemeClr val="dk1"/>
                          </a:solidFill>
                          <a:latin typeface="Calibri"/>
                        </a:rPr>
                        <a:t>git log</a:t>
                      </a:r>
                      <a:r>
                        <a:rPr b="0" lang="ru-RU" sz="2800" spc="-1" strike="noStrike">
                          <a:solidFill>
                            <a:schemeClr val="dk1"/>
                          </a:solidFill>
                          <a:latin typeface="Calibri"/>
                        </a:rPr>
                        <a:t> &lt;ключи&gt;  </a:t>
                      </a:r>
                      <a:endParaRPr b="0" lang="en-US" sz="2800" spc="-1" strike="noStrike">
                        <a:solidFill>
                          <a:srgbClr val="000000"/>
                        </a:solidFill>
                        <a:latin typeface="Arial"/>
                      </a:endParaRPr>
                    </a:p>
                    <a:p>
                      <a:pPr defTabSz="914400">
                        <a:lnSpc>
                          <a:spcPct val="100000"/>
                        </a:lnSpc>
                      </a:pPr>
                      <a:r>
                        <a:rPr b="0" lang="ru-RU" sz="2400" spc="-1" strike="noStrike">
                          <a:solidFill>
                            <a:schemeClr val="dk1"/>
                          </a:solidFill>
                          <a:latin typeface="Calibri"/>
                        </a:rPr>
                        <a:t>Ключи: -&lt;число&gt;, </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Calibri"/>
                        </a:rPr>
                        <a:t>--pretty=&lt;</a:t>
                      </a:r>
                      <a:r>
                        <a:rPr b="0" lang="ru-RU" sz="2400" spc="-1" strike="noStrike">
                          <a:solidFill>
                            <a:schemeClr val="dk1"/>
                          </a:solidFill>
                          <a:latin typeface="Calibri"/>
                        </a:rPr>
                        <a:t>значение&gt; , </a:t>
                      </a:r>
                      <a:r>
                        <a:rPr b="0" lang="en-US" sz="2400" spc="-1" strike="noStrike">
                          <a:solidFill>
                            <a:schemeClr val="dk1"/>
                          </a:solidFill>
                          <a:latin typeface="Calibri"/>
                        </a:rPr>
                        <a:t>-p</a:t>
                      </a:r>
                      <a:r>
                        <a:rPr b="0" lang="ru-RU" sz="2400" spc="-1" strike="noStrike">
                          <a:solidFill>
                            <a:schemeClr val="dk1"/>
                          </a:solidFill>
                          <a:latin typeface="Calibri"/>
                        </a:rPr>
                        <a:t>, </a:t>
                      </a:r>
                      <a:r>
                        <a:rPr b="0" lang="en-US" sz="2400" spc="-1" strike="noStrike">
                          <a:solidFill>
                            <a:schemeClr val="dk1"/>
                          </a:solidFill>
                          <a:latin typeface="Calibri"/>
                        </a:rPr>
                        <a:t>--graph</a:t>
                      </a:r>
                      <a:r>
                        <a:rPr b="0" lang="ru-RU" sz="2400" spc="-1" strike="noStrike">
                          <a:solidFill>
                            <a:schemeClr val="dk1"/>
                          </a:solidFill>
                          <a:latin typeface="Calibri"/>
                        </a:rPr>
                        <a:t>, </a:t>
                      </a:r>
                      <a:r>
                        <a:rPr b="0" lang="en-US" sz="2400" spc="-1" strike="noStrike">
                          <a:solidFill>
                            <a:schemeClr val="dk1"/>
                          </a:solidFill>
                          <a:latin typeface="Calibri"/>
                        </a:rPr>
                        <a:t>--all</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tabLst>
                          <a:tab algn="l" pos="0"/>
                        </a:tabLst>
                      </a:pPr>
                      <a:r>
                        <a:rPr b="0" lang="ru-RU" sz="2800" spc="-1" strike="noStrike">
                          <a:solidFill>
                            <a:schemeClr val="dk1"/>
                          </a:solidFill>
                          <a:latin typeface="Calibri"/>
                        </a:rPr>
                        <a:t>Просмотр истории коммитов ветки в различных форматах</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77840">
                <a:tc>
                  <a:txBody>
                    <a:bodyPr anchor="t">
                      <a:noAutofit/>
                    </a:bodyPr>
                    <a:p>
                      <a:pPr defTabSz="914400">
                        <a:lnSpc>
                          <a:spcPct val="100000"/>
                        </a:lnSpc>
                      </a:pPr>
                      <a:r>
                        <a:rPr b="0" lang="en-US" sz="2800" spc="-1" strike="noStrike">
                          <a:solidFill>
                            <a:schemeClr val="dk1"/>
                          </a:solidFill>
                          <a:latin typeface="Calibri"/>
                        </a:rPr>
                        <a:t>git diff</a:t>
                      </a:r>
                      <a:r>
                        <a:rPr b="0" lang="ru-RU" sz="2800" spc="-1" strike="noStrike">
                          <a:solidFill>
                            <a:schemeClr val="dk1"/>
                          </a:solidFill>
                          <a:latin typeface="Calibri"/>
                        </a:rPr>
                        <a:t> &lt;ключи&gt; &lt;путь до файла&gt; &lt;путь до файла&gt;</a:t>
                      </a:r>
                      <a:endParaRPr b="0" lang="en-US" sz="2800" spc="-1" strike="noStrike">
                        <a:solidFill>
                          <a:srgbClr val="000000"/>
                        </a:solidFill>
                        <a:latin typeface="Arial"/>
                      </a:endParaRPr>
                    </a:p>
                    <a:p>
                      <a:pPr defTabSz="914400">
                        <a:lnSpc>
                          <a:spcPct val="100000"/>
                        </a:lnSpc>
                      </a:pPr>
                      <a:r>
                        <a:rPr b="0" lang="ru-RU" sz="2400" spc="-1" strike="noStrike">
                          <a:solidFill>
                            <a:schemeClr val="dk1"/>
                          </a:solidFill>
                          <a:latin typeface="Calibri"/>
                        </a:rPr>
                        <a:t>Ключи: </a:t>
                      </a:r>
                      <a:r>
                        <a:rPr b="0" lang="en-US" sz="2400" spc="-1" strike="noStrike">
                          <a:solidFill>
                            <a:schemeClr val="dk1"/>
                          </a:solidFill>
                          <a:latin typeface="Calibri"/>
                        </a:rPr>
                        <a:t>--diff-filter=&lt;</a:t>
                      </a:r>
                      <a:r>
                        <a:rPr b="0" lang="ru-RU" sz="2400" spc="-1" strike="noStrike">
                          <a:solidFill>
                            <a:schemeClr val="dk1"/>
                          </a:solidFill>
                          <a:latin typeface="Calibri"/>
                        </a:rPr>
                        <a:t>метка&gt;, </a:t>
                      </a:r>
                      <a:r>
                        <a:rPr b="0" lang="en-US" sz="2400" spc="-1" strike="noStrike">
                          <a:solidFill>
                            <a:schemeClr val="dk1"/>
                          </a:solidFill>
                          <a:latin typeface="Calibri"/>
                        </a:rPr>
                        <a:t>--word-diff=color</a:t>
                      </a:r>
                      <a:endParaRPr b="0" lang="en-US" sz="2400" spc="-1" strike="noStrike">
                        <a:solidFill>
                          <a:srgbClr val="000000"/>
                        </a:solidFill>
                        <a:latin typeface="Arial"/>
                      </a:endParaRPr>
                    </a:p>
                    <a:p>
                      <a:pPr defTabSz="914400">
                        <a:lnSpc>
                          <a:spcPct val="100000"/>
                        </a:lnSpc>
                      </a:pP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Calibri"/>
                        </a:rPr>
                        <a:t>git diff HEAD^</a:t>
                      </a:r>
                      <a:endParaRPr b="0" lang="en-US" sz="2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Просмотр различий между двумя коммитами</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Просмотр изменений после</a:t>
                      </a:r>
                      <a:r>
                        <a:rPr b="0" lang="en-US" sz="2800" spc="-1" strike="noStrike">
                          <a:solidFill>
                            <a:schemeClr val="dk1"/>
                          </a:solidFill>
                          <a:latin typeface="Calibri"/>
                        </a:rPr>
                        <a:t> </a:t>
                      </a:r>
                      <a:r>
                        <a:rPr b="0" lang="ru-RU" sz="2800" spc="-1" strike="noStrike">
                          <a:solidFill>
                            <a:schemeClr val="dk1"/>
                          </a:solidFill>
                          <a:latin typeface="Calibri"/>
                        </a:rPr>
                        <a:t>команды </a:t>
                      </a:r>
                      <a:r>
                        <a:rPr b="0" lang="en-US" sz="2800" spc="-1" strike="noStrike">
                          <a:solidFill>
                            <a:schemeClr val="dk1"/>
                          </a:solidFill>
                          <a:latin typeface="Calibri"/>
                        </a:rPr>
                        <a:t>commit</a:t>
                      </a:r>
                      <a:r>
                        <a:rPr b="0" lang="ru-RU" sz="2800" spc="-1" strike="noStrike">
                          <a:solidFill>
                            <a:schemeClr val="dk1"/>
                          </a:solidFill>
                          <a:latin typeface="Calibri"/>
                        </a:rPr>
                        <a:t> или</a:t>
                      </a:r>
                      <a:r>
                        <a:rPr b="0" lang="en-US" sz="2800" spc="-1" strike="noStrike">
                          <a:solidFill>
                            <a:schemeClr val="dk1"/>
                          </a:solidFill>
                          <a:latin typeface="Calibri"/>
                        </a:rPr>
                        <a:t>  pull</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1067400" y="216000"/>
            <a:ext cx="10058040" cy="10220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graphicFrame>
        <p:nvGraphicFramePr>
          <p:cNvPr id="320" name="Объект 3"/>
          <p:cNvGraphicFramePr/>
          <p:nvPr/>
        </p:nvGraphicFramePr>
        <p:xfrm>
          <a:off x="0" y="1451520"/>
          <a:ext cx="12191760" cy="4275720"/>
        </p:xfrm>
        <a:graphic>
          <a:graphicData uri="http://schemas.openxmlformats.org/drawingml/2006/table">
            <a:tbl>
              <a:tblPr/>
              <a:tblGrid>
                <a:gridCol w="5018040"/>
                <a:gridCol w="7173720"/>
              </a:tblGrid>
              <a:tr h="370800">
                <a:tc>
                  <a:txBody>
                    <a:bodyPr anchor="t">
                      <a:noAutofit/>
                    </a:bodyPr>
                    <a:p>
                      <a:pPr defTabSz="914400">
                        <a:lnSpc>
                          <a:spcPct val="100000"/>
                        </a:lnSpc>
                      </a:pP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git branch -m oldname newname</a:t>
                      </a:r>
                      <a:endParaRPr b="0" lang="en-US" sz="2800" spc="-1" strike="noStrike">
                        <a:solidFill>
                          <a:srgbClr val="000000"/>
                        </a:solidFill>
                        <a:latin typeface="Arial"/>
                      </a:endParaRPr>
                    </a:p>
                    <a:p>
                      <a:pPr defTabSz="914400">
                        <a:lnSpc>
                          <a:spcPct val="100000"/>
                        </a:lnSpc>
                        <a:tabLst>
                          <a:tab algn="l" pos="0"/>
                        </a:tabLst>
                      </a:pPr>
                      <a:r>
                        <a:rPr b="0" lang="en-US" sz="2800" spc="-1" strike="noStrike">
                          <a:solidFill>
                            <a:schemeClr val="dk1"/>
                          </a:solidFill>
                          <a:latin typeface="Calibri"/>
                        </a:rPr>
                        <a:t>git push origin :oldname</a:t>
                      </a:r>
                      <a:endParaRPr b="0" lang="en-US" sz="2800" spc="-1" strike="noStrike">
                        <a:solidFill>
                          <a:srgbClr val="000000"/>
                        </a:solidFill>
                        <a:latin typeface="Arial"/>
                      </a:endParaRPr>
                    </a:p>
                    <a:p>
                      <a:pPr defTabSz="914400">
                        <a:lnSpc>
                          <a:spcPct val="100000"/>
                        </a:lnSpc>
                        <a:tabLst>
                          <a:tab algn="l" pos="0"/>
                        </a:tabLst>
                      </a:pPr>
                      <a:endParaRPr b="0" lang="en-US" sz="2800" spc="-1" strike="noStrike">
                        <a:solidFill>
                          <a:srgbClr val="000000"/>
                        </a:solidFill>
                        <a:latin typeface="Arial"/>
                      </a:endParaRPr>
                    </a:p>
                    <a:p>
                      <a:pPr defTabSz="914400">
                        <a:lnSpc>
                          <a:spcPct val="100000"/>
                        </a:lnSpc>
                        <a:tabLst>
                          <a:tab algn="l" pos="0"/>
                        </a:tabLst>
                      </a:pPr>
                      <a:r>
                        <a:rPr b="0" lang="en-US" sz="2800" spc="-1" strike="noStrike">
                          <a:solidFill>
                            <a:schemeClr val="dk1"/>
                          </a:solidFill>
                          <a:latin typeface="Calibri"/>
                        </a:rPr>
                        <a:t>git push origin -u newname</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Переименовать удаленную ветку</a:t>
                      </a:r>
                      <a:r>
                        <a:rPr b="0" lang="en-US" sz="2800" spc="-1" strike="noStrike">
                          <a:solidFill>
                            <a:schemeClr val="dk1"/>
                          </a:solidFill>
                          <a:latin typeface="Calibri"/>
                        </a:rPr>
                        <a:t>: </a:t>
                      </a: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Переименовать локальную ветку</a:t>
                      </a: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Удалить ветку (oldname), которую вы хотите переименовать</a:t>
                      </a:r>
                      <a:endParaRPr b="0" lang="en-US" sz="2800" spc="-1" strike="noStrike">
                        <a:solidFill>
                          <a:srgbClr val="000000"/>
                        </a:solidFill>
                        <a:latin typeface="Arial"/>
                      </a:endParaRPr>
                    </a:p>
                    <a:p>
                      <a:pPr defTabSz="914400">
                        <a:lnSpc>
                          <a:spcPct val="100000"/>
                        </a:lnSpc>
                      </a:pPr>
                      <a:r>
                        <a:rPr b="0" lang="ru-RU" sz="2800" spc="-1" strike="noStrike">
                          <a:solidFill>
                            <a:schemeClr val="dk1"/>
                          </a:solidFill>
                          <a:latin typeface="Calibri"/>
                        </a:rPr>
                        <a:t>Загрузить (push) ветку newname в удаленный репозиторий</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2800" spc="-1" strike="noStrike">
                          <a:solidFill>
                            <a:schemeClr val="dk1"/>
                          </a:solidFill>
                          <a:latin typeface="Calibri"/>
                        </a:rPr>
                        <a:t>git merge fix_bug_001 </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tabLst>
                          <a:tab algn="l" pos="0"/>
                        </a:tabLst>
                      </a:pPr>
                      <a:r>
                        <a:rPr b="0" lang="ru-RU" sz="2800" spc="-1" strike="noStrike">
                          <a:solidFill>
                            <a:schemeClr val="dk1"/>
                          </a:solidFill>
                          <a:latin typeface="Calibri"/>
                        </a:rPr>
                        <a:t>мержим ветки (</a:t>
                      </a:r>
                      <a:r>
                        <a:rPr b="0" lang="en-US" sz="2800" spc="-1" strike="noStrike">
                          <a:solidFill>
                            <a:schemeClr val="dk1"/>
                          </a:solidFill>
                          <a:latin typeface="Calibri"/>
                        </a:rPr>
                        <a:t>fix_bug_001 c master)</a:t>
                      </a:r>
                      <a:r>
                        <a:rPr b="0" lang="ru-RU" sz="2800" spc="-1" strike="noStrike">
                          <a:solidFill>
                            <a:schemeClr val="dk1"/>
                          </a:solidFill>
                          <a:latin typeface="Calibri"/>
                        </a:rPr>
                        <a:t> -объединение ветки с активной веткой</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77840">
                <a:tc>
                  <a:txBody>
                    <a:bodyPr anchor="t">
                      <a:noAutofit/>
                    </a:bodyPr>
                    <a:p>
                      <a:pPr defTabSz="914400">
                        <a:lnSpc>
                          <a:spcPct val="100000"/>
                        </a:lnSpc>
                      </a:pPr>
                      <a:r>
                        <a:rPr b="0" lang="en-US" sz="2800" spc="-1" strike="noStrike">
                          <a:solidFill>
                            <a:schemeClr val="dk1"/>
                          </a:solidFill>
                          <a:latin typeface="Calibri"/>
                        </a:rPr>
                        <a:t>git branch -d fix_bug_001</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ru-RU" sz="2800" spc="-1" strike="noStrike">
                          <a:solidFill>
                            <a:schemeClr val="dk1"/>
                          </a:solidFill>
                          <a:latin typeface="Calibri"/>
                        </a:rPr>
                        <a:t>удаляем ветку</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77840">
                <a:tc>
                  <a:txBody>
                    <a:bodyPr anchor="t">
                      <a:noAutofit/>
                    </a:bodyPr>
                    <a:p>
                      <a:pPr defTabSz="914400">
                        <a:lnSpc>
                          <a:spcPct val="100000"/>
                        </a:lnSpc>
                      </a:pPr>
                      <a:r>
                        <a:rPr b="0" lang="en-US" sz="2800" spc="-1" strike="noStrike">
                          <a:solidFill>
                            <a:schemeClr val="dk1"/>
                          </a:solidFill>
                          <a:latin typeface="Calibri"/>
                        </a:rPr>
                        <a:t>git reset --hard ORIG_HEAD </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ru-RU" sz="2800" spc="-1" strike="noStrike">
                          <a:solidFill>
                            <a:schemeClr val="dk1"/>
                          </a:solidFill>
                          <a:latin typeface="Calibri"/>
                        </a:rPr>
                        <a:t>сброс произошедшего слияния, ветки вернулись в исходное до состояние</a:t>
                      </a:r>
                      <a:endParaRPr b="0" lang="en-US" sz="2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22" name="Рисунок 5" descr="Вырезка экрана"/>
          <p:cNvPicPr/>
          <p:nvPr/>
        </p:nvPicPr>
        <p:blipFill>
          <a:blip r:embed="rId1"/>
          <a:srcRect l="0" t="0" r="37869" b="73279"/>
          <a:stretch/>
        </p:blipFill>
        <p:spPr>
          <a:xfrm>
            <a:off x="590400" y="1971000"/>
            <a:ext cx="10735560" cy="3582000"/>
          </a:xfrm>
          <a:prstGeom prst="rect">
            <a:avLst/>
          </a:prstGeom>
          <a:ln w="0">
            <a:noFill/>
          </a:ln>
        </p:spPr>
      </p:pic>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24" name="Рисунок 5" descr="Вырезка экрана"/>
          <p:cNvPicPr/>
          <p:nvPr/>
        </p:nvPicPr>
        <p:blipFill>
          <a:blip r:embed="rId1"/>
          <a:srcRect l="0" t="28982" r="0" b="31998"/>
          <a:stretch/>
        </p:blipFill>
        <p:spPr>
          <a:xfrm>
            <a:off x="46800" y="1906560"/>
            <a:ext cx="12158640" cy="3681720"/>
          </a:xfrm>
          <a:prstGeom prst="rect">
            <a:avLst/>
          </a:prstGeom>
          <a:ln w="0">
            <a:noFill/>
          </a:ln>
        </p:spPr>
      </p:pic>
      <p:sp>
        <p:nvSpPr>
          <p:cNvPr id="325" name="Прямоугольник 4"/>
          <p:cNvSpPr/>
          <p:nvPr/>
        </p:nvSpPr>
        <p:spPr>
          <a:xfrm flipH="1">
            <a:off x="479520" y="5869800"/>
            <a:ext cx="931104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1800" spc="-1" strike="noStrike">
                <a:solidFill>
                  <a:schemeClr val="dk1"/>
                </a:solidFill>
                <a:latin typeface="Calibri"/>
              </a:rPr>
              <a:t>Загрузить (push) ветку </a:t>
            </a:r>
            <a:r>
              <a:rPr b="0" lang="en-US" sz="1800" spc="-1" strike="noStrike">
                <a:solidFill>
                  <a:schemeClr val="dk1"/>
                </a:solidFill>
                <a:latin typeface="Calibri"/>
              </a:rPr>
              <a:t>iss53 </a:t>
            </a:r>
            <a:r>
              <a:rPr b="0" lang="ru-RU" sz="1800" spc="-1" strike="noStrike">
                <a:solidFill>
                  <a:schemeClr val="dk1"/>
                </a:solidFill>
                <a:latin typeface="Calibri"/>
              </a:rPr>
              <a:t>в удаленный репозиторий</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27" name="Рисунок 5" descr="Вырезка экрана"/>
          <p:cNvPicPr/>
          <p:nvPr/>
        </p:nvPicPr>
        <p:blipFill>
          <a:blip r:embed="rId1"/>
          <a:srcRect l="0" t="69827" r="40748" b="0"/>
          <a:stretch/>
        </p:blipFill>
        <p:spPr>
          <a:xfrm>
            <a:off x="954720" y="1737360"/>
            <a:ext cx="9210600" cy="3639600"/>
          </a:xfrm>
          <a:prstGeom prst="rect">
            <a:avLst/>
          </a:prstGeom>
          <a:ln w="0">
            <a:noFill/>
          </a:ln>
        </p:spPr>
      </p:pic>
      <p:sp>
        <p:nvSpPr>
          <p:cNvPr id="328" name="Прямоугольник 3"/>
          <p:cNvSpPr/>
          <p:nvPr/>
        </p:nvSpPr>
        <p:spPr>
          <a:xfrm flipH="1">
            <a:off x="306000" y="5729400"/>
            <a:ext cx="568908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1800" spc="-1" strike="noStrike">
                <a:solidFill>
                  <a:schemeClr val="dk1"/>
                </a:solidFill>
                <a:latin typeface="Calibri"/>
              </a:rPr>
              <a:t>Получить список локальных и удаленных веток</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30" name="Рисунок 2" descr="Вырезка экрана"/>
          <p:cNvPicPr/>
          <p:nvPr/>
        </p:nvPicPr>
        <p:blipFill>
          <a:blip r:embed="rId1"/>
          <a:stretch/>
        </p:blipFill>
        <p:spPr>
          <a:xfrm>
            <a:off x="336600" y="1737360"/>
            <a:ext cx="8003880" cy="4829400"/>
          </a:xfrm>
          <a:prstGeom prst="rect">
            <a:avLst/>
          </a:prstGeom>
          <a:ln w="0">
            <a:noFill/>
          </a:ln>
        </p:spPr>
      </p:pic>
      <p:sp>
        <p:nvSpPr>
          <p:cNvPr id="331" name="Прямоугольник 3"/>
          <p:cNvSpPr/>
          <p:nvPr/>
        </p:nvSpPr>
        <p:spPr>
          <a:xfrm flipH="1">
            <a:off x="9090360" y="2990520"/>
            <a:ext cx="1963800" cy="118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1800" spc="-1" strike="noStrike">
                <a:solidFill>
                  <a:schemeClr val="dk1"/>
                </a:solidFill>
                <a:latin typeface="Calibri"/>
              </a:rPr>
              <a:t>Загрузить (push) ветку в удаленный репозиторий</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33" name="Рисунок 3" descr="Вырезка экрана"/>
          <p:cNvPicPr/>
          <p:nvPr/>
        </p:nvPicPr>
        <p:blipFill>
          <a:blip r:embed="rId1"/>
          <a:stretch/>
        </p:blipFill>
        <p:spPr>
          <a:xfrm>
            <a:off x="713520" y="1583280"/>
            <a:ext cx="4125600" cy="5274360"/>
          </a:xfrm>
          <a:prstGeom prst="rect">
            <a:avLst/>
          </a:prstGeom>
          <a:ln w="0">
            <a:noFill/>
          </a:ln>
        </p:spPr>
      </p:pic>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35" name="Рисунок 2" descr="Вырезка экрана"/>
          <p:cNvPicPr/>
          <p:nvPr/>
        </p:nvPicPr>
        <p:blipFill>
          <a:blip r:embed="rId1"/>
          <a:stretch/>
        </p:blipFill>
        <p:spPr>
          <a:xfrm>
            <a:off x="562680" y="1737360"/>
            <a:ext cx="7733520" cy="4791600"/>
          </a:xfrm>
          <a:prstGeom prst="rect">
            <a:avLst/>
          </a:prstGeom>
          <a:ln w="0">
            <a:noFill/>
          </a:ln>
        </p:spPr>
      </p:pic>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37" name="Рисунок 3" descr="Вырезка экрана"/>
          <p:cNvPicPr/>
          <p:nvPr/>
        </p:nvPicPr>
        <p:blipFill>
          <a:blip r:embed="rId1"/>
          <a:stretch/>
        </p:blipFill>
        <p:spPr>
          <a:xfrm>
            <a:off x="0" y="1737360"/>
            <a:ext cx="12225960" cy="4395600"/>
          </a:xfrm>
          <a:prstGeom prst="rect">
            <a:avLst/>
          </a:prstGeom>
          <a:ln w="0">
            <a:noFill/>
          </a:ln>
        </p:spPr>
      </p:pic>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Autofit/>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39" name="Рисунок 2" descr="Вырезка экрана"/>
          <p:cNvPicPr/>
          <p:nvPr/>
        </p:nvPicPr>
        <p:blipFill>
          <a:blip r:embed="rId1"/>
          <a:stretch/>
        </p:blipFill>
        <p:spPr>
          <a:xfrm>
            <a:off x="142560" y="2143080"/>
            <a:ext cx="11658600" cy="2450880"/>
          </a:xfrm>
          <a:prstGeom prst="rect">
            <a:avLst/>
          </a:prstGeom>
          <a:ln w="0">
            <a:noFill/>
          </a:ln>
        </p:spPr>
      </p:pic>
      <p:sp>
        <p:nvSpPr>
          <p:cNvPr id="340" name="Прямоугольник 3"/>
          <p:cNvSpPr/>
          <p:nvPr/>
        </p:nvSpPr>
        <p:spPr>
          <a:xfrm>
            <a:off x="762480" y="6386760"/>
            <a:ext cx="9078840" cy="333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1600" spc="-1" strike="noStrike">
                <a:solidFill>
                  <a:schemeClr val="dk1"/>
                </a:solidFill>
                <a:latin typeface="Calibri"/>
              </a:rPr>
              <a:t>отправка изменений из локальной ветки </a:t>
            </a:r>
            <a:r>
              <a:rPr b="0" lang="en-US" sz="1600" spc="-1" strike="noStrike">
                <a:solidFill>
                  <a:schemeClr val="dk1"/>
                </a:solidFill>
                <a:latin typeface="Calibri"/>
              </a:rPr>
              <a:t>iss53 </a:t>
            </a:r>
            <a:r>
              <a:rPr b="0" lang="ru-RU" sz="1600" spc="-1" strike="noStrike">
                <a:solidFill>
                  <a:schemeClr val="dk1"/>
                </a:solidFill>
                <a:latin typeface="Calibri"/>
              </a:rPr>
              <a:t>в удаленную ветку</a:t>
            </a:r>
            <a:r>
              <a:rPr b="0" lang="en-US" sz="1600" spc="-1" strike="noStrike">
                <a:solidFill>
                  <a:schemeClr val="dk1"/>
                </a:solidFill>
                <a:latin typeface="Calibri"/>
              </a:rPr>
              <a:t> br1</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1052640" y="0"/>
            <a:ext cx="9919800" cy="582840"/>
          </a:xfrm>
          <a:prstGeom prst="rect">
            <a:avLst/>
          </a:prstGeom>
          <a:noFill/>
          <a:ln w="0">
            <a:noFill/>
          </a:ln>
        </p:spPr>
        <p:txBody>
          <a:bodyPr lIns="91440" rIns="91440" tIns="45720" bIns="45720" anchor="b">
            <a:normAutofit fontScale="81057"/>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Работа с удаленными ветками</a:t>
            </a:r>
            <a:endParaRPr b="0" lang="en-US" sz="4800" spc="-1" strike="noStrike">
              <a:solidFill>
                <a:schemeClr val="dk1"/>
              </a:solidFill>
              <a:latin typeface="Calibri"/>
            </a:endParaRPr>
          </a:p>
        </p:txBody>
      </p:sp>
      <p:pic>
        <p:nvPicPr>
          <p:cNvPr id="342" name="Рисунок 2" descr="Вырезка экрана"/>
          <p:cNvPicPr/>
          <p:nvPr/>
        </p:nvPicPr>
        <p:blipFill>
          <a:blip r:embed="rId1"/>
          <a:stretch/>
        </p:blipFill>
        <p:spPr>
          <a:xfrm>
            <a:off x="342000" y="595080"/>
            <a:ext cx="7129080" cy="6175080"/>
          </a:xfrm>
          <a:prstGeom prst="rect">
            <a:avLst/>
          </a:prstGeom>
          <a:ln w="0">
            <a:noFill/>
          </a:ln>
        </p:spPr>
      </p:pic>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946800" y="0"/>
            <a:ext cx="10058040" cy="560520"/>
          </a:xfrm>
          <a:prstGeom prst="rect">
            <a:avLst/>
          </a:prstGeom>
          <a:noFill/>
          <a:ln w="0">
            <a:noFill/>
          </a:ln>
        </p:spPr>
        <p:txBody>
          <a:bodyPr lIns="91440" rIns="91440" tIns="45720" bIns="45720" anchor="b">
            <a:normAutofit fontScale="77723"/>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solidFill>
                <a:latin typeface="Calibri Light"/>
              </a:rPr>
              <a:t>основные команды</a:t>
            </a:r>
            <a:endParaRPr b="0" lang="en-US" sz="4800" spc="-1" strike="noStrike">
              <a:solidFill>
                <a:schemeClr val="dk1"/>
              </a:solidFill>
              <a:latin typeface="Calibri"/>
            </a:endParaRPr>
          </a:p>
        </p:txBody>
      </p:sp>
      <p:graphicFrame>
        <p:nvGraphicFramePr>
          <p:cNvPr id="344" name="Объект 4"/>
          <p:cNvGraphicFramePr/>
          <p:nvPr/>
        </p:nvGraphicFramePr>
        <p:xfrm>
          <a:off x="0" y="746640"/>
          <a:ext cx="11951640" cy="5521320"/>
        </p:xfrm>
        <a:graphic>
          <a:graphicData uri="http://schemas.openxmlformats.org/drawingml/2006/table">
            <a:tbl>
              <a:tblPr/>
              <a:tblGrid>
                <a:gridCol w="3144960"/>
                <a:gridCol w="8806680"/>
              </a:tblGrid>
              <a:tr h="56880">
                <a:tc>
                  <a:txBody>
                    <a:bodyPr lIns="68400" rIns="68400" tIns="0" bIns="0" anchor="t">
                      <a:noAutofit/>
                    </a:bodyPr>
                    <a:p>
                      <a:endParaRPr b="1" lang="ru-RU" sz="500" spc="-1" strike="noStrike">
                        <a:solidFill>
                          <a:schemeClr val="lt1"/>
                        </a:solidFill>
                        <a:latin typeface="Calibri"/>
                        <a:ea typeface="Calibri"/>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68400" rIns="68400" tIns="0" bIns="0" anchor="t">
                      <a:noAutofit/>
                    </a:bodyPr>
                    <a:p>
                      <a:pPr defTabSz="914400">
                        <a:lnSpc>
                          <a:spcPct val="100000"/>
                        </a:lnSpc>
                      </a:pPr>
                      <a:r>
                        <a:rPr b="1" lang="ru-RU" sz="500" spc="-1" strike="noStrike">
                          <a:solidFill>
                            <a:schemeClr val="lt1"/>
                          </a:solidFill>
                          <a:latin typeface="Calibri"/>
                        </a:rPr>
                        <a:t> </a:t>
                      </a:r>
                      <a:endParaRPr b="0" lang="en-US" sz="5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0">
                <a:tc>
                  <a:txBody>
                    <a:bodyPr lIns="68400" rIns="68400" tIns="0" bIns="0" anchor="t">
                      <a:noAutofit/>
                    </a:bodyPr>
                    <a:p>
                      <a:pPr defTabSz="914400">
                        <a:lnSpc>
                          <a:spcPct val="100000"/>
                        </a:lnSpc>
                      </a:pPr>
                      <a:r>
                        <a:rPr b="0" lang="ru-RU" sz="2800" spc="-1" strike="noStrike">
                          <a:solidFill>
                            <a:srgbClr val="000000"/>
                          </a:solidFill>
                          <a:latin typeface="Courier New"/>
                          <a:ea typeface="Times New Roman"/>
                        </a:rPr>
                        <a:t>git pull </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rgbClr val="000000"/>
                          </a:solidFill>
                          <a:latin typeface="Calibri"/>
                          <a:ea typeface="Times New Roman"/>
                        </a:rPr>
                        <a:t> </a:t>
                      </a:r>
                      <a:r>
                        <a:rPr b="0" lang="ru-RU" sz="2400" spc="-1" strike="noStrike">
                          <a:solidFill>
                            <a:srgbClr val="000000"/>
                          </a:solidFill>
                          <a:latin typeface="Calibri"/>
                          <a:ea typeface="Times New Roman"/>
                        </a:rPr>
                        <a:t>забрать изменения с удалённого сервера</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0">
                <a:tc>
                  <a:txBody>
                    <a:bodyPr lIns="68400" rIns="68400" tIns="0" bIns="0" anchor="t">
                      <a:noAutofit/>
                    </a:bodyPr>
                    <a:p>
                      <a:pPr defTabSz="914400">
                        <a:lnSpc>
                          <a:spcPct val="100000"/>
                        </a:lnSpc>
                      </a:pPr>
                      <a:r>
                        <a:rPr b="0" lang="ru-RU" sz="2800" spc="-1" strike="noStrike">
                          <a:solidFill>
                            <a:srgbClr val="000000"/>
                          </a:solidFill>
                          <a:latin typeface="Courier New"/>
                          <a:ea typeface="Times New Roman"/>
                        </a:rPr>
                        <a:t>git push </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rgbClr val="000000"/>
                          </a:solidFill>
                          <a:latin typeface="Calibri"/>
                          <a:ea typeface="Times New Roman"/>
                        </a:rPr>
                        <a:t> </a:t>
                      </a:r>
                      <a:r>
                        <a:rPr b="0" lang="ru-RU" sz="2400" spc="-1" strike="noStrike">
                          <a:solidFill>
                            <a:srgbClr val="000000"/>
                          </a:solidFill>
                          <a:latin typeface="Calibri"/>
                          <a:ea typeface="Times New Roman"/>
                        </a:rPr>
                        <a:t>отправить локальные изменения на удалённый сервер</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0">
                <a:tc>
                  <a:txBody>
                    <a:bodyPr lIns="68400" rIns="68400" tIns="0" bIns="0" anchor="t">
                      <a:noAutofit/>
                    </a:bodyPr>
                    <a:p>
                      <a:pPr defTabSz="914400">
                        <a:lnSpc>
                          <a:spcPct val="100000"/>
                        </a:lnSpc>
                      </a:pPr>
                      <a:r>
                        <a:rPr b="0" lang="ru-RU" sz="2800" spc="-1" strike="noStrike">
                          <a:solidFill>
                            <a:srgbClr val="000000"/>
                          </a:solidFill>
                          <a:latin typeface="Courier New"/>
                          <a:ea typeface="Times New Roman"/>
                        </a:rPr>
                        <a:t>git branch </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rgbClr val="000000"/>
                          </a:solidFill>
                          <a:latin typeface="Calibri"/>
                          <a:ea typeface="Times New Roman"/>
                        </a:rPr>
                        <a:t> </a:t>
                      </a:r>
                      <a:r>
                        <a:rPr b="0" lang="ru-RU" sz="2400" spc="-1" strike="noStrike">
                          <a:solidFill>
                            <a:srgbClr val="000000"/>
                          </a:solidFill>
                          <a:latin typeface="Calibri"/>
                          <a:ea typeface="Times New Roman"/>
                        </a:rPr>
                        <a:t>показать текущую ветку/список веток</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0">
                <a:tc>
                  <a:txBody>
                    <a:bodyPr lIns="68400" rIns="68400" tIns="0" bIns="0" anchor="t">
                      <a:noAutofit/>
                    </a:bodyPr>
                    <a:p>
                      <a:pPr defTabSz="914400">
                        <a:lnSpc>
                          <a:spcPct val="100000"/>
                        </a:lnSpc>
                      </a:pPr>
                      <a:r>
                        <a:rPr b="0" lang="ru-RU" sz="2800" spc="-1" strike="noStrike">
                          <a:solidFill>
                            <a:srgbClr val="000000"/>
                          </a:solidFill>
                          <a:latin typeface="Courier New"/>
                          <a:ea typeface="Times New Roman"/>
                        </a:rPr>
                        <a:t>git merge</a:t>
                      </a:r>
                      <a:r>
                        <a:rPr b="0" lang="en-US" sz="2800" spc="-1" strike="noStrike">
                          <a:solidFill>
                            <a:srgbClr val="000000"/>
                          </a:solidFill>
                          <a:latin typeface="Courier New"/>
                          <a:ea typeface="Times New Roman"/>
                        </a:rPr>
                        <a:t> </a:t>
                      </a:r>
                      <a:r>
                        <a:rPr b="0" lang="ru-RU" sz="2800" spc="-1" strike="noStrike">
                          <a:solidFill>
                            <a:srgbClr val="8b0000"/>
                          </a:solidFill>
                          <a:latin typeface="Courier New"/>
                          <a:ea typeface="Times New Roman"/>
                        </a:rPr>
                        <a:t>&lt;branch_name&gt;</a:t>
                      </a:r>
                      <a:r>
                        <a:rPr b="0" lang="ru-RU" sz="2800" spc="-1" strike="noStrike">
                          <a:solidFill>
                            <a:srgbClr val="000000"/>
                          </a:solidFill>
                          <a:latin typeface="Courier New"/>
                          <a:ea typeface="Times New Roman"/>
                        </a:rPr>
                        <a:t> </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rgbClr val="000000"/>
                          </a:solidFill>
                          <a:latin typeface="Calibri"/>
                          <a:ea typeface="Times New Roman"/>
                        </a:rPr>
                        <a:t> </a:t>
                      </a:r>
                      <a:r>
                        <a:rPr b="0" lang="ru-RU" sz="2400" spc="-1" strike="noStrike">
                          <a:solidFill>
                            <a:srgbClr val="000000"/>
                          </a:solidFill>
                          <a:latin typeface="Calibri"/>
                          <a:ea typeface="Times New Roman"/>
                        </a:rPr>
                        <a:t>влить в текущую ветку указанную</a:t>
                      </a:r>
                      <a:r>
                        <a:rPr b="0" lang="en-US" sz="2400" spc="-1" strike="noStrike">
                          <a:solidFill>
                            <a:srgbClr val="000000"/>
                          </a:solidFill>
                          <a:latin typeface="Calibri"/>
                          <a:ea typeface="Times New Roman"/>
                        </a:rPr>
                        <a:t> </a:t>
                      </a:r>
                      <a:r>
                        <a:rPr b="0" lang="ru-RU" sz="2400" spc="-1" strike="noStrike">
                          <a:solidFill>
                            <a:srgbClr val="8b0000"/>
                          </a:solidFill>
                          <a:latin typeface="Courier New"/>
                          <a:ea typeface="Times New Roman"/>
                        </a:rPr>
                        <a:t>branch_name</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0">
                <a:tc>
                  <a:txBody>
                    <a:bodyPr lIns="68400" rIns="68400" tIns="0" bIns="0" anchor="t">
                      <a:noAutofit/>
                    </a:bodyPr>
                    <a:p>
                      <a:pPr defTabSz="914400">
                        <a:lnSpc>
                          <a:spcPct val="100000"/>
                        </a:lnSpc>
                      </a:pPr>
                      <a:r>
                        <a:rPr b="0" lang="ru-RU" sz="2800" spc="-1" strike="noStrike">
                          <a:solidFill>
                            <a:srgbClr val="000000"/>
                          </a:solidFill>
                          <a:latin typeface="Courier New"/>
                          <a:ea typeface="Times New Roman"/>
                        </a:rPr>
                        <a:t>git add </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rgbClr val="000000"/>
                          </a:solidFill>
                          <a:latin typeface="Calibri"/>
                          <a:ea typeface="Times New Roman"/>
                        </a:rPr>
                        <a:t> </a:t>
                      </a:r>
                      <a:r>
                        <a:rPr b="0" lang="ru-RU" sz="2400" spc="-1" strike="noStrike">
                          <a:solidFill>
                            <a:srgbClr val="000000"/>
                          </a:solidFill>
                          <a:latin typeface="Calibri"/>
                          <a:ea typeface="Times New Roman"/>
                        </a:rPr>
                        <a:t>добавить в текущее состояние изменённые файлы</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0">
                <a:tc>
                  <a:txBody>
                    <a:bodyPr lIns="68400" rIns="68400" tIns="0" bIns="0" anchor="t">
                      <a:noAutofit/>
                    </a:bodyPr>
                    <a:p>
                      <a:pPr defTabSz="914400">
                        <a:lnSpc>
                          <a:spcPct val="100000"/>
                        </a:lnSpc>
                      </a:pPr>
                      <a:r>
                        <a:rPr b="0" lang="ru-RU" sz="2800" spc="-1" strike="noStrike">
                          <a:solidFill>
                            <a:srgbClr val="000000"/>
                          </a:solidFill>
                          <a:latin typeface="Courier New"/>
                          <a:ea typeface="Times New Roman"/>
                        </a:rPr>
                        <a:t>git commit </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rgbClr val="000000"/>
                          </a:solidFill>
                          <a:latin typeface="Calibri"/>
                          <a:ea typeface="Times New Roman"/>
                        </a:rPr>
                        <a:t> </a:t>
                      </a:r>
                      <a:r>
                        <a:rPr b="0" lang="ru-RU" sz="2400" spc="-1" strike="noStrike">
                          <a:solidFill>
                            <a:srgbClr val="000000"/>
                          </a:solidFill>
                          <a:latin typeface="Calibri"/>
                          <a:ea typeface="Times New Roman"/>
                        </a:rPr>
                        <a:t>зафиксировать изменения и сделать коммит</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0">
                <a:tc>
                  <a:txBody>
                    <a:bodyPr lIns="68400" rIns="68400" tIns="0" bIns="0" anchor="t">
                      <a:noAutofit/>
                    </a:bodyPr>
                    <a:p>
                      <a:pPr defTabSz="914400">
                        <a:lnSpc>
                          <a:spcPct val="100000"/>
                        </a:lnSpc>
                      </a:pPr>
                      <a:r>
                        <a:rPr b="0" lang="ru-RU" sz="2800" spc="-1" strike="noStrike">
                          <a:solidFill>
                            <a:srgbClr val="000000"/>
                          </a:solidFill>
                          <a:latin typeface="Courier New"/>
                          <a:ea typeface="Times New Roman"/>
                        </a:rPr>
                        <a:t>git stash </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rgbClr val="000000"/>
                          </a:solidFill>
                          <a:latin typeface="Calibri"/>
                          <a:ea typeface="Times New Roman"/>
                        </a:rPr>
                        <a:t> </a:t>
                      </a:r>
                      <a:r>
                        <a:rPr b="0" lang="ru-RU" sz="2400" spc="-1" strike="noStrike">
                          <a:solidFill>
                            <a:srgbClr val="000000"/>
                          </a:solidFill>
                          <a:latin typeface="Calibri"/>
                          <a:ea typeface="Times New Roman"/>
                        </a:rPr>
                        <a:t>временно сохранить локальные изменения не создавая коммит и вернуться в чистый рабочий каталог</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0">
                <a:tc>
                  <a:txBody>
                    <a:bodyPr lIns="68400" rIns="68400" tIns="0" bIns="0" anchor="t">
                      <a:noAutofit/>
                    </a:bodyPr>
                    <a:p>
                      <a:pPr defTabSz="914400">
                        <a:lnSpc>
                          <a:spcPct val="100000"/>
                        </a:lnSpc>
                      </a:pPr>
                      <a:r>
                        <a:rPr b="0" lang="en-US" sz="2800" spc="-1" strike="noStrike">
                          <a:solidFill>
                            <a:srgbClr val="000000"/>
                          </a:solidFill>
                          <a:latin typeface="Courier New"/>
                          <a:ea typeface="Times New Roman"/>
                        </a:rPr>
                        <a:t>git rebase</a:t>
                      </a:r>
                      <a:r>
                        <a:rPr b="0" lang="ru-RU" sz="2800" spc="-1" strike="noStrike">
                          <a:solidFill>
                            <a:srgbClr val="000000"/>
                          </a:solidFill>
                          <a:latin typeface="Courier New"/>
                          <a:ea typeface="Times New Roman"/>
                        </a:rPr>
                        <a:t> &lt;branch_name&gt;</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rgbClr val="000000"/>
                          </a:solidFill>
                          <a:latin typeface="Calibri"/>
                          <a:ea typeface="Times New Roman"/>
                        </a:rPr>
                        <a:t>удалит и последовательно переместит коммиты</a:t>
                      </a:r>
                      <a:r>
                        <a:rPr b="0" lang="en-US" sz="2400" spc="-1" strike="noStrike">
                          <a:solidFill>
                            <a:srgbClr val="000000"/>
                          </a:solidFill>
                          <a:latin typeface="Calibri"/>
                          <a:ea typeface="Times New Roman"/>
                        </a:rPr>
                        <a:t>  </a:t>
                      </a:r>
                      <a:r>
                        <a:rPr b="0" lang="ru-RU" sz="2400" spc="-1" strike="noStrike">
                          <a:solidFill>
                            <a:srgbClr val="000000"/>
                          </a:solidFill>
                          <a:latin typeface="Calibri"/>
                          <a:ea typeface="Times New Roman"/>
                        </a:rPr>
                        <a:t>из текущей ветки в указанную</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0">
                <a:tc>
                  <a:txBody>
                    <a:bodyPr lIns="68400" rIns="68400" tIns="0" bIns="0" anchor="t">
                      <a:noAutofit/>
                    </a:bodyPr>
                    <a:p>
                      <a:pPr defTabSz="914400">
                        <a:lnSpc>
                          <a:spcPct val="100000"/>
                        </a:lnSpc>
                      </a:pPr>
                      <a:r>
                        <a:rPr b="0" lang="en-US" sz="2800" spc="-1" strike="noStrike">
                          <a:solidFill>
                            <a:srgbClr val="000000"/>
                          </a:solidFill>
                          <a:latin typeface="Courier New"/>
                          <a:ea typeface="Times New Roman"/>
                        </a:rPr>
                        <a:t>git reset</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1" lang="ru-RU" sz="2400" spc="-1" strike="noStrike">
                          <a:solidFill>
                            <a:schemeClr val="dk1"/>
                          </a:solidFill>
                          <a:latin typeface="Calibri"/>
                        </a:rPr>
                        <a:t>отмен</a:t>
                      </a:r>
                      <a:r>
                        <a:rPr b="1" lang="en-US" sz="2400" spc="-1" strike="noStrike">
                          <a:solidFill>
                            <a:schemeClr val="dk1"/>
                          </a:solidFill>
                          <a:latin typeface="Calibri"/>
                        </a:rPr>
                        <a:t>a</a:t>
                      </a:r>
                      <a:r>
                        <a:rPr b="1" lang="ru-RU" sz="2400" spc="-1" strike="noStrike">
                          <a:solidFill>
                            <a:schemeClr val="dk1"/>
                          </a:solidFill>
                          <a:latin typeface="Calibri"/>
                        </a:rPr>
                        <a:t> локальных изменений в репозитории</a:t>
                      </a:r>
                      <a:r>
                        <a:rPr b="1" lang="en-US" sz="2400" spc="-1" strike="noStrike">
                          <a:solidFill>
                            <a:schemeClr val="dk1"/>
                          </a:solidFill>
                          <a:latin typeface="Calibri"/>
                        </a:rPr>
                        <a:t> (</a:t>
                      </a:r>
                      <a:r>
                        <a:rPr b="0" lang="en-US" sz="2400" spc="-1" strike="noStrike">
                          <a:solidFill>
                            <a:schemeClr val="dk1"/>
                          </a:solidFill>
                          <a:latin typeface="Calibri"/>
                        </a:rPr>
                        <a:t>--soft, --mixed, --hard</a:t>
                      </a:r>
                      <a:r>
                        <a:rPr b="1" lang="en-US" sz="2400" spc="-1" strike="noStrike">
                          <a:solidFill>
                            <a:schemeClr val="dk1"/>
                          </a:solidFill>
                          <a:latin typeface="Calibri"/>
                        </a:rPr>
                        <a:t>)</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0">
                <a:tc>
                  <a:txBody>
                    <a:bodyPr lIns="68400" rIns="68400" tIns="0" bIns="0" anchor="t">
                      <a:noAutofit/>
                    </a:bodyPr>
                    <a:p>
                      <a:pPr defTabSz="914400">
                        <a:lnSpc>
                          <a:spcPct val="100000"/>
                        </a:lnSpc>
                      </a:pPr>
                      <a:r>
                        <a:rPr b="0" lang="en-US" sz="2800" spc="-1" strike="noStrike">
                          <a:solidFill>
                            <a:srgbClr val="000000"/>
                          </a:solidFill>
                          <a:latin typeface="Courier New"/>
                          <a:ea typeface="Times New Roman"/>
                        </a:rPr>
                        <a:t>git revert</a:t>
                      </a:r>
                      <a:endParaRPr b="0" lang="en-US" sz="2800" spc="-1" strike="noStrike">
                        <a:solidFill>
                          <a:srgbClr val="ffffff"/>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68400" rIns="68400" tIns="0" bIns="0" anchor="t">
                      <a:noAutofit/>
                    </a:bodyPr>
                    <a:p>
                      <a:pPr defTabSz="914400">
                        <a:lnSpc>
                          <a:spcPct val="100000"/>
                        </a:lnSpc>
                      </a:pPr>
                      <a:r>
                        <a:rPr b="0" lang="ru-RU" sz="2400" spc="-1" strike="noStrike">
                          <a:solidFill>
                            <a:schemeClr val="dk1"/>
                          </a:solidFill>
                          <a:latin typeface="Calibri"/>
                        </a:rPr>
                        <a:t>отменяет внесенные в коммите изменения и добавляет новый коммит с полученным содержимым</a:t>
                      </a:r>
                      <a:endParaRPr b="0" lang="en-US" sz="24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Title 1"/>
          <p:cNvSpPr/>
          <p:nvPr/>
        </p:nvSpPr>
        <p:spPr>
          <a:xfrm>
            <a:off x="1097280" y="288720"/>
            <a:ext cx="9919800" cy="582840"/>
          </a:xfrm>
          <a:prstGeom prst="rect">
            <a:avLst/>
          </a:prstGeom>
          <a:noFill/>
          <a:ln w="0">
            <a:noFill/>
          </a:ln>
        </p:spPr>
        <p:style>
          <a:lnRef idx="0"/>
          <a:fillRef idx="0"/>
          <a:effectRef idx="0"/>
          <a:fontRef idx="minor"/>
        </p:style>
        <p:txBody>
          <a:bodyPr anchor="b">
            <a:normAutofit fontScale="81057"/>
          </a:bodyPr>
          <a:p>
            <a:pPr defTabSz="914400">
              <a:lnSpc>
                <a:spcPct val="85000"/>
              </a:lnSpc>
            </a:pPr>
            <a:r>
              <a:rPr b="0" lang="ru-RU" sz="4800" spc="-52" strike="noStrike">
                <a:solidFill>
                  <a:schemeClr val="dk1"/>
                </a:solidFill>
                <a:latin typeface="Calibri Light"/>
              </a:rPr>
              <a:t>Когда создается </a:t>
            </a:r>
            <a:r>
              <a:rPr b="0" lang="en-US" sz="4800" spc="-52" strike="noStrike">
                <a:solidFill>
                  <a:schemeClr val="dk1"/>
                </a:solidFill>
                <a:latin typeface="Calibri Light"/>
              </a:rPr>
              <a:t>ORIG_HEAD</a:t>
            </a:r>
            <a:endParaRPr b="0" lang="en-US" sz="4800" spc="-1" strike="noStrike">
              <a:solidFill>
                <a:srgbClr val="000000"/>
              </a:solidFill>
              <a:latin typeface="Arial"/>
            </a:endParaRPr>
          </a:p>
        </p:txBody>
      </p:sp>
      <p:graphicFrame>
        <p:nvGraphicFramePr>
          <p:cNvPr id="346" name="Таблица 7"/>
          <p:cNvGraphicFramePr/>
          <p:nvPr/>
        </p:nvGraphicFramePr>
        <p:xfrm>
          <a:off x="1097280" y="1892160"/>
          <a:ext cx="10629000" cy="3522240"/>
        </p:xfrm>
        <a:graphic>
          <a:graphicData uri="http://schemas.openxmlformats.org/drawingml/2006/table">
            <a:tbl>
              <a:tblPr/>
              <a:tblGrid>
                <a:gridCol w="2495880"/>
                <a:gridCol w="4590000"/>
                <a:gridCol w="3543120"/>
              </a:tblGrid>
              <a:tr h="370800">
                <a:tc>
                  <a:txBody>
                    <a:bodyPr rIns="152280" tIns="95040" bIns="95040" anchor="ctr">
                      <a:noAutofit/>
                    </a:bodyPr>
                    <a:p>
                      <a:pPr defTabSz="914400">
                        <a:lnSpc>
                          <a:spcPts val="1874"/>
                        </a:lnSpc>
                      </a:pPr>
                      <a:r>
                        <a:rPr b="0" lang="ru-RU" sz="2800" spc="-1" strike="noStrike">
                          <a:solidFill>
                            <a:schemeClr val="lt1"/>
                          </a:solidFill>
                          <a:latin typeface="quote-cjk-patch"/>
                        </a:rPr>
                        <a:t>Команда</a:t>
                      </a:r>
                      <a:endParaRPr b="0" lang="en-US" sz="2800" spc="-1" strike="noStrike">
                        <a:solidFill>
                          <a:srgbClr val="ffffff"/>
                        </a:solidFill>
                        <a:latin typeface="Arial"/>
                      </a:endParaRPr>
                    </a:p>
                  </a:txBody>
                  <a:tcPr anchor="ctr" marL="91440" marR="15228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152280" rIns="152280" tIns="95040" bIns="95040" anchor="ctr">
                      <a:noAutofit/>
                    </a:bodyPr>
                    <a:p>
                      <a:pPr defTabSz="914400">
                        <a:lnSpc>
                          <a:spcPts val="1874"/>
                        </a:lnSpc>
                      </a:pPr>
                      <a:r>
                        <a:rPr b="0" lang="ru-RU" sz="2800" spc="-1" strike="noStrike">
                          <a:solidFill>
                            <a:schemeClr val="lt1"/>
                          </a:solidFill>
                          <a:latin typeface="quote-cjk-patch"/>
                        </a:rPr>
                        <a:t>Когда создается </a:t>
                      </a:r>
                      <a:r>
                        <a:rPr b="0" lang="en-US" sz="2800" spc="-1" strike="noStrike">
                          <a:solidFill>
                            <a:schemeClr val="lt1"/>
                          </a:solidFill>
                          <a:latin typeface="quote-cjk-patch"/>
                        </a:rPr>
                        <a:t>ORIG_HEAD</a:t>
                      </a:r>
                      <a:endParaRPr b="0" lang="en-US" sz="2800" spc="-1" strike="noStrike">
                        <a:solidFill>
                          <a:srgbClr val="ffffff"/>
                        </a:solidFill>
                        <a:latin typeface="Arial"/>
                      </a:endParaRPr>
                    </a:p>
                  </a:txBody>
                  <a:tcPr anchor="ctr" marL="152280" marR="15228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152280" rIns="152280" tIns="95040" bIns="95040" anchor="ctr">
                      <a:noAutofit/>
                    </a:bodyPr>
                    <a:p>
                      <a:pPr defTabSz="914400">
                        <a:lnSpc>
                          <a:spcPts val="1874"/>
                        </a:lnSpc>
                      </a:pPr>
                      <a:r>
                        <a:rPr b="0" lang="ru-RU" sz="2800" spc="-1" strike="noStrike">
                          <a:solidFill>
                            <a:schemeClr val="lt1"/>
                          </a:solidFill>
                          <a:latin typeface="quote-cjk-patch"/>
                        </a:rPr>
                        <a:t>Для чего используется</a:t>
                      </a:r>
                      <a:endParaRPr b="0" lang="en-US" sz="2800" spc="-1" strike="noStrike">
                        <a:solidFill>
                          <a:srgbClr val="ffffff"/>
                        </a:solidFill>
                        <a:latin typeface="Arial"/>
                      </a:endParaRPr>
                    </a:p>
                  </a:txBody>
                  <a:tcPr anchor="ctr" marL="152280" marR="15228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rIns="152280" tIns="95040" bIns="95040" anchor="ctr">
                      <a:noAutofit/>
                    </a:bodyPr>
                    <a:p>
                      <a:pPr defTabSz="914400">
                        <a:lnSpc>
                          <a:spcPts val="1650"/>
                        </a:lnSpc>
                      </a:pPr>
                      <a:r>
                        <a:rPr b="0" lang="en-US" sz="2800" spc="-1" strike="noStrike">
                          <a:solidFill>
                            <a:schemeClr val="dk1"/>
                          </a:solidFill>
                          <a:latin typeface="Menlo"/>
                        </a:rPr>
                        <a:t>git merge</a:t>
                      </a:r>
                      <a:endParaRPr b="0" lang="en-US" sz="2800" spc="-1" strike="noStrike">
                        <a:solidFill>
                          <a:srgbClr val="000000"/>
                        </a:solidFill>
                        <a:latin typeface="Arial"/>
                      </a:endParaRPr>
                    </a:p>
                  </a:txBody>
                  <a:tcPr anchor="ctr" marL="9144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152280" rIns="152280" tIns="95040" bIns="95040" anchor="ctr">
                      <a:noAutofit/>
                    </a:bodyPr>
                    <a:p>
                      <a:pPr defTabSz="914400">
                        <a:lnSpc>
                          <a:spcPts val="1874"/>
                        </a:lnSpc>
                      </a:pPr>
                      <a:r>
                        <a:rPr b="0" lang="ru-RU" sz="2800" spc="-1" strike="noStrike">
                          <a:solidFill>
                            <a:schemeClr val="dk1"/>
                          </a:solidFill>
                          <a:latin typeface="quote-cjk-patch"/>
                        </a:rPr>
                        <a:t>Перед слиянием</a:t>
                      </a:r>
                      <a:endParaRPr b="0" lang="en-US" sz="2800" spc="-1" strike="noStrike">
                        <a:solidFill>
                          <a:srgbClr val="000000"/>
                        </a:solidFill>
                        <a:latin typeface="Arial"/>
                      </a:endParaRPr>
                    </a:p>
                  </a:txBody>
                  <a:tcPr anchor="ctr" marL="15228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152280" tIns="95040" bIns="95040" anchor="ctr">
                      <a:noAutofit/>
                    </a:bodyPr>
                    <a:p>
                      <a:pPr defTabSz="914400">
                        <a:lnSpc>
                          <a:spcPts val="1874"/>
                        </a:lnSpc>
                      </a:pPr>
                      <a:r>
                        <a:rPr b="0" lang="ru-RU" sz="2800" spc="-1" strike="noStrike">
                          <a:solidFill>
                            <a:schemeClr val="dk1"/>
                          </a:solidFill>
                          <a:latin typeface="quote-cjk-patch"/>
                        </a:rPr>
                        <a:t>Для отмены слияния</a:t>
                      </a:r>
                      <a:endParaRPr b="0" lang="en-US" sz="2800" spc="-1" strike="noStrike">
                        <a:solidFill>
                          <a:srgbClr val="000000"/>
                        </a:solidFill>
                        <a:latin typeface="Arial"/>
                      </a:endParaRPr>
                    </a:p>
                  </a:txBody>
                  <a:tcPr anchor="ctr" marL="15228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rIns="152280" tIns="95040" bIns="95040" anchor="ctr">
                      <a:noAutofit/>
                    </a:bodyPr>
                    <a:p>
                      <a:pPr defTabSz="914400">
                        <a:lnSpc>
                          <a:spcPts val="1650"/>
                        </a:lnSpc>
                      </a:pPr>
                      <a:r>
                        <a:rPr b="0" lang="en-US" sz="2800" spc="-1" strike="noStrike">
                          <a:solidFill>
                            <a:schemeClr val="dk1"/>
                          </a:solidFill>
                          <a:latin typeface="Menlo"/>
                        </a:rPr>
                        <a:t>git rebase</a:t>
                      </a:r>
                      <a:endParaRPr b="0" lang="en-US" sz="2800" spc="-1" strike="noStrike">
                        <a:solidFill>
                          <a:srgbClr val="000000"/>
                        </a:solidFill>
                        <a:latin typeface="Arial"/>
                      </a:endParaRPr>
                    </a:p>
                  </a:txBody>
                  <a:tcPr anchor="ctr" marL="9144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152280" rIns="152280" tIns="95040" bIns="95040" anchor="ctr">
                      <a:noAutofit/>
                    </a:bodyPr>
                    <a:p>
                      <a:pPr defTabSz="914400">
                        <a:lnSpc>
                          <a:spcPts val="1874"/>
                        </a:lnSpc>
                      </a:pPr>
                      <a:r>
                        <a:rPr b="0" lang="ru-RU" sz="2800" spc="-1" strike="noStrike">
                          <a:solidFill>
                            <a:schemeClr val="dk1"/>
                          </a:solidFill>
                          <a:latin typeface="quote-cjk-patch"/>
                        </a:rPr>
                        <a:t>Перед перемещением</a:t>
                      </a:r>
                      <a:endParaRPr b="0" lang="en-US" sz="2800" spc="-1" strike="noStrike">
                        <a:solidFill>
                          <a:srgbClr val="000000"/>
                        </a:solidFill>
                        <a:latin typeface="Arial"/>
                      </a:endParaRPr>
                    </a:p>
                  </a:txBody>
                  <a:tcPr anchor="ctr" marL="15228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152280" tIns="95040" bIns="95040" anchor="ctr">
                      <a:noAutofit/>
                    </a:bodyPr>
                    <a:p>
                      <a:pPr defTabSz="914400">
                        <a:lnSpc>
                          <a:spcPts val="1874"/>
                        </a:lnSpc>
                      </a:pPr>
                      <a:r>
                        <a:rPr b="0" lang="ru-RU" sz="2800" spc="-1" strike="noStrike">
                          <a:solidFill>
                            <a:schemeClr val="dk1"/>
                          </a:solidFill>
                          <a:latin typeface="quote-cjk-patch"/>
                        </a:rPr>
                        <a:t>Для отмены </a:t>
                      </a:r>
                      <a:r>
                        <a:rPr b="0" lang="en-US" sz="2800" spc="-1" strike="noStrike">
                          <a:solidFill>
                            <a:schemeClr val="dk1"/>
                          </a:solidFill>
                          <a:latin typeface="quote-cjk-patch"/>
                        </a:rPr>
                        <a:t>rebase</a:t>
                      </a:r>
                      <a:endParaRPr b="0" lang="en-US" sz="2800" spc="-1" strike="noStrike">
                        <a:solidFill>
                          <a:srgbClr val="000000"/>
                        </a:solidFill>
                        <a:latin typeface="Arial"/>
                      </a:endParaRPr>
                    </a:p>
                  </a:txBody>
                  <a:tcPr anchor="ctr" marL="15228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rIns="152280" tIns="95040" bIns="95040" anchor="ctr">
                      <a:noAutofit/>
                    </a:bodyPr>
                    <a:p>
                      <a:pPr defTabSz="914400">
                        <a:lnSpc>
                          <a:spcPts val="1650"/>
                        </a:lnSpc>
                      </a:pPr>
                      <a:r>
                        <a:rPr b="0" lang="en-US" sz="2800" spc="-1" strike="noStrike">
                          <a:solidFill>
                            <a:schemeClr val="dk1"/>
                          </a:solidFill>
                          <a:latin typeface="Menlo"/>
                        </a:rPr>
                        <a:t>git reset</a:t>
                      </a:r>
                      <a:endParaRPr b="0" lang="en-US" sz="2800" spc="-1" strike="noStrike">
                        <a:solidFill>
                          <a:srgbClr val="000000"/>
                        </a:solidFill>
                        <a:latin typeface="Arial"/>
                      </a:endParaRPr>
                    </a:p>
                  </a:txBody>
                  <a:tcPr anchor="ctr" marL="9144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152280" rIns="152280" tIns="95040" bIns="95040" anchor="ctr">
                      <a:noAutofit/>
                    </a:bodyPr>
                    <a:p>
                      <a:pPr defTabSz="914400">
                        <a:lnSpc>
                          <a:spcPts val="1874"/>
                        </a:lnSpc>
                      </a:pPr>
                      <a:r>
                        <a:rPr b="0" lang="ru-RU" sz="2800" spc="-1" strike="noStrike">
                          <a:solidFill>
                            <a:schemeClr val="dk1"/>
                          </a:solidFill>
                          <a:latin typeface="quote-cjk-patch"/>
                        </a:rPr>
                        <a:t>Перед сбросом</a:t>
                      </a:r>
                      <a:endParaRPr b="0" lang="en-US" sz="2800" spc="-1" strike="noStrike">
                        <a:solidFill>
                          <a:srgbClr val="000000"/>
                        </a:solidFill>
                        <a:latin typeface="Arial"/>
                      </a:endParaRPr>
                    </a:p>
                  </a:txBody>
                  <a:tcPr anchor="ctr" marL="15228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152280" tIns="95040" bIns="95040" anchor="ctr">
                      <a:noAutofit/>
                    </a:bodyPr>
                    <a:p>
                      <a:pPr defTabSz="914400">
                        <a:lnSpc>
                          <a:spcPts val="1874"/>
                        </a:lnSpc>
                      </a:pPr>
                      <a:r>
                        <a:rPr b="0" lang="ru-RU" sz="2800" spc="-1" strike="noStrike">
                          <a:solidFill>
                            <a:schemeClr val="dk1"/>
                          </a:solidFill>
                          <a:latin typeface="quote-cjk-patch"/>
                        </a:rPr>
                        <a:t>Для отмены </a:t>
                      </a:r>
                      <a:r>
                        <a:rPr b="0" lang="en-US" sz="2800" spc="-1" strike="noStrike">
                          <a:solidFill>
                            <a:schemeClr val="dk1"/>
                          </a:solidFill>
                          <a:latin typeface="quote-cjk-patch"/>
                        </a:rPr>
                        <a:t>reset</a:t>
                      </a:r>
                      <a:endParaRPr b="0" lang="en-US" sz="2800" spc="-1" strike="noStrike">
                        <a:solidFill>
                          <a:srgbClr val="000000"/>
                        </a:solidFill>
                        <a:latin typeface="Arial"/>
                      </a:endParaRPr>
                    </a:p>
                  </a:txBody>
                  <a:tcPr anchor="ctr" marL="15228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rIns="152280" tIns="95040" bIns="95040" anchor="ctr">
                      <a:noAutofit/>
                    </a:bodyPr>
                    <a:p>
                      <a:pPr defTabSz="914400">
                        <a:lnSpc>
                          <a:spcPts val="1650"/>
                        </a:lnSpc>
                      </a:pPr>
                      <a:r>
                        <a:rPr b="0" lang="en-US" sz="2800" spc="-1" strike="noStrike">
                          <a:solidFill>
                            <a:schemeClr val="dk1"/>
                          </a:solidFill>
                          <a:latin typeface="Menlo"/>
                        </a:rPr>
                        <a:t>git cherry-pick</a:t>
                      </a:r>
                      <a:endParaRPr b="0" lang="en-US" sz="2800" spc="-1" strike="noStrike">
                        <a:solidFill>
                          <a:srgbClr val="000000"/>
                        </a:solidFill>
                        <a:latin typeface="Arial"/>
                      </a:endParaRPr>
                    </a:p>
                  </a:txBody>
                  <a:tcPr anchor="ctr" marL="9144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152280" rIns="152280" tIns="95040" bIns="95040" anchor="ctr">
                      <a:noAutofit/>
                    </a:bodyPr>
                    <a:p>
                      <a:pPr defTabSz="914400">
                        <a:lnSpc>
                          <a:spcPts val="1874"/>
                        </a:lnSpc>
                      </a:pPr>
                      <a:r>
                        <a:rPr b="0" lang="ru-RU" sz="2800" spc="-1" strike="noStrike">
                          <a:solidFill>
                            <a:schemeClr val="dk1"/>
                          </a:solidFill>
                          <a:latin typeface="quote-cjk-patch"/>
                        </a:rPr>
                        <a:t>Перед выбором коммита</a:t>
                      </a:r>
                      <a:endParaRPr b="0" lang="en-US" sz="2800" spc="-1" strike="noStrike">
                        <a:solidFill>
                          <a:srgbClr val="000000"/>
                        </a:solidFill>
                        <a:latin typeface="Arial"/>
                      </a:endParaRPr>
                    </a:p>
                  </a:txBody>
                  <a:tcPr anchor="ctr" marL="15228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152280" tIns="95040" bIns="95040" anchor="ctr">
                      <a:noAutofit/>
                    </a:bodyPr>
                    <a:p>
                      <a:pPr defTabSz="914400">
                        <a:lnSpc>
                          <a:spcPts val="1874"/>
                        </a:lnSpc>
                      </a:pPr>
                      <a:r>
                        <a:rPr b="0" lang="ru-RU" sz="2800" spc="-1" strike="noStrike">
                          <a:solidFill>
                            <a:schemeClr val="dk1"/>
                          </a:solidFill>
                          <a:latin typeface="quote-cjk-patch"/>
                        </a:rPr>
                        <a:t>Для отмены операции</a:t>
                      </a:r>
                      <a:endParaRPr b="0" lang="en-US" sz="2800" spc="-1" strike="noStrike">
                        <a:solidFill>
                          <a:srgbClr val="000000"/>
                        </a:solidFill>
                        <a:latin typeface="Arial"/>
                      </a:endParaRPr>
                    </a:p>
                  </a:txBody>
                  <a:tcPr anchor="ctr" marL="15228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rIns="152280" tIns="95040" bIns="95040" anchor="ctr">
                      <a:noAutofit/>
                    </a:bodyPr>
                    <a:p>
                      <a:pPr defTabSz="914400">
                        <a:lnSpc>
                          <a:spcPts val="1650"/>
                        </a:lnSpc>
                      </a:pPr>
                      <a:r>
                        <a:rPr b="0" lang="en-US" sz="2800" spc="-1" strike="noStrike">
                          <a:solidFill>
                            <a:schemeClr val="dk1"/>
                          </a:solidFill>
                          <a:latin typeface="Menlo"/>
                        </a:rPr>
                        <a:t>git pull</a:t>
                      </a:r>
                      <a:endParaRPr b="0" lang="en-US" sz="2800" spc="-1" strike="noStrike">
                        <a:solidFill>
                          <a:srgbClr val="000000"/>
                        </a:solidFill>
                        <a:latin typeface="Arial"/>
                      </a:endParaRPr>
                    </a:p>
                  </a:txBody>
                  <a:tcPr anchor="ctr" marL="9144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152280" rIns="152280" tIns="95040" bIns="95040" anchor="ctr">
                      <a:noAutofit/>
                    </a:bodyPr>
                    <a:p>
                      <a:pPr defTabSz="914400">
                        <a:lnSpc>
                          <a:spcPts val="1874"/>
                        </a:lnSpc>
                      </a:pPr>
                      <a:r>
                        <a:rPr b="0" lang="ru-RU" sz="2800" spc="-1" strike="noStrike">
                          <a:solidFill>
                            <a:schemeClr val="dk1"/>
                          </a:solidFill>
                          <a:latin typeface="quote-cjk-patch"/>
                        </a:rPr>
                        <a:t>По сути перед </a:t>
                      </a:r>
                      <a:r>
                        <a:rPr b="0" lang="en-US" sz="2800" spc="-1" strike="noStrike">
                          <a:solidFill>
                            <a:schemeClr val="dk1"/>
                          </a:solidFill>
                          <a:latin typeface="quote-cjk-patch"/>
                        </a:rPr>
                        <a:t>merge</a:t>
                      </a:r>
                      <a:endParaRPr b="0" lang="en-US" sz="2800" spc="-1" strike="noStrike">
                        <a:solidFill>
                          <a:srgbClr val="000000"/>
                        </a:solidFill>
                        <a:latin typeface="Arial"/>
                      </a:endParaRPr>
                    </a:p>
                  </a:txBody>
                  <a:tcPr anchor="ctr" marL="152280" marR="152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152280" tIns="95040" bIns="95040" anchor="ctr">
                      <a:noAutofit/>
                    </a:bodyPr>
                    <a:p>
                      <a:pPr defTabSz="914400">
                        <a:lnSpc>
                          <a:spcPts val="1874"/>
                        </a:lnSpc>
                      </a:pPr>
                      <a:r>
                        <a:rPr b="0" lang="ru-RU" sz="2800" spc="-1" strike="noStrike">
                          <a:solidFill>
                            <a:schemeClr val="dk1"/>
                          </a:solidFill>
                          <a:latin typeface="quote-cjk-patch"/>
                        </a:rPr>
                        <a:t>Для отмены </a:t>
                      </a:r>
                      <a:r>
                        <a:rPr b="0" lang="en-US" sz="2800" spc="-1" strike="noStrike">
                          <a:solidFill>
                            <a:schemeClr val="dk1"/>
                          </a:solidFill>
                          <a:latin typeface="quote-cjk-patch"/>
                        </a:rPr>
                        <a:t>pull</a:t>
                      </a:r>
                      <a:endParaRPr b="0" lang="en-US" sz="2800" spc="-1" strike="noStrike">
                        <a:solidFill>
                          <a:srgbClr val="000000"/>
                        </a:solidFill>
                        <a:latin typeface="Arial"/>
                      </a:endParaRPr>
                    </a:p>
                  </a:txBody>
                  <a:tcPr anchor="ctr" marL="15228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Title 1"/>
          <p:cNvSpPr/>
          <p:nvPr/>
        </p:nvSpPr>
        <p:spPr>
          <a:xfrm>
            <a:off x="1097280" y="288720"/>
            <a:ext cx="9919800" cy="582840"/>
          </a:xfrm>
          <a:prstGeom prst="rect">
            <a:avLst/>
          </a:prstGeom>
          <a:noFill/>
          <a:ln w="0">
            <a:noFill/>
          </a:ln>
        </p:spPr>
        <p:style>
          <a:lnRef idx="0"/>
          <a:fillRef idx="0"/>
          <a:effectRef idx="0"/>
          <a:fontRef idx="minor"/>
        </p:style>
        <p:txBody>
          <a:bodyPr anchor="b">
            <a:normAutofit fontScale="81057"/>
          </a:bodyPr>
          <a:p>
            <a:pPr defTabSz="914400">
              <a:lnSpc>
                <a:spcPct val="85000"/>
              </a:lnSpc>
            </a:pPr>
            <a:r>
              <a:rPr b="0" lang="ru-RU" sz="4800" spc="-52" strike="noStrike">
                <a:solidFill>
                  <a:schemeClr val="dk1"/>
                </a:solidFill>
                <a:latin typeface="Calibri Light"/>
              </a:rPr>
              <a:t>Когда создается </a:t>
            </a:r>
            <a:r>
              <a:rPr b="0" lang="en-US" sz="4800" spc="-52" strike="noStrike">
                <a:solidFill>
                  <a:schemeClr val="dk1"/>
                </a:solidFill>
                <a:latin typeface="Calibri Light"/>
              </a:rPr>
              <a:t>ORIG_HEAD</a:t>
            </a:r>
            <a:endParaRPr b="0" lang="en-US" sz="4800" spc="-1" strike="noStrike">
              <a:solidFill>
                <a:srgbClr val="000000"/>
              </a:solidFill>
              <a:latin typeface="Arial"/>
            </a:endParaRPr>
          </a:p>
        </p:txBody>
      </p:sp>
      <p:sp>
        <p:nvSpPr>
          <p:cNvPr id="348" name="TextBox 2"/>
          <p:cNvSpPr/>
          <p:nvPr/>
        </p:nvSpPr>
        <p:spPr>
          <a:xfrm>
            <a:off x="2058840" y="2241720"/>
            <a:ext cx="7996680" cy="3279960"/>
          </a:xfrm>
          <a:prstGeom prst="rect">
            <a:avLst/>
          </a:prstGeom>
          <a:noFill/>
          <a:ln w="0">
            <a:noFill/>
          </a:ln>
        </p:spPr>
        <p:style>
          <a:lnRef idx="0"/>
          <a:fillRef idx="0"/>
          <a:effectRef idx="0"/>
          <a:fontRef idx="minor"/>
        </p:style>
        <p:txBody>
          <a:bodyPr lIns="90000" rIns="90000" tIns="45000" bIns="45000" anchor="t">
            <a:spAutoFit/>
          </a:bodyPr>
          <a:p>
            <a:pPr defTabSz="914400">
              <a:lnSpc>
                <a:spcPts val="1650"/>
              </a:lnSpc>
            </a:pPr>
            <a:r>
              <a:rPr b="1" lang="ru-RU" sz="2800" spc="-1" strike="noStrike">
                <a:solidFill>
                  <a:schemeClr val="dk1"/>
                </a:solidFill>
                <a:latin typeface="Calibri"/>
              </a:rPr>
              <a:t>Отмена слияния (</a:t>
            </a:r>
            <a:r>
              <a:rPr b="1" lang="en-US" sz="2800" spc="-1" strike="noStrike">
                <a:solidFill>
                  <a:schemeClr val="dk1"/>
                </a:solidFill>
                <a:latin typeface="Calibri"/>
              </a:rPr>
              <a:t>merge)</a:t>
            </a: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ct val="100000"/>
              </a:lnSpc>
            </a:pPr>
            <a:r>
              <a:rPr b="0" i="1" lang="ru-RU" sz="2800" spc="-1" strike="noStrike">
                <a:solidFill>
                  <a:srgbClr val="a0a1a7"/>
                </a:solidFill>
                <a:latin typeface="Menlo"/>
              </a:rPr>
              <a:t>Если что-то пошло не так - отменяем merge</a:t>
            </a:r>
            <a:endParaRPr b="0" lang="en-US" sz="2800" spc="-1" strike="noStrike">
              <a:solidFill>
                <a:srgbClr val="000000"/>
              </a:solidFill>
              <a:latin typeface="Arial"/>
            </a:endParaRPr>
          </a:p>
          <a:p>
            <a:pPr defTabSz="914400">
              <a:lnSpc>
                <a:spcPct val="100000"/>
              </a:lnSpc>
            </a:pPr>
            <a:r>
              <a:rPr b="0" lang="ru-RU" sz="2800" spc="-1" strike="noStrike">
                <a:solidFill>
                  <a:srgbClr val="4078f2"/>
                </a:solidFill>
                <a:latin typeface="Menlo"/>
              </a:rPr>
              <a:t>git</a:t>
            </a:r>
            <a:r>
              <a:rPr b="0" lang="ru-RU" sz="2800" spc="-1" strike="noStrike">
                <a:solidFill>
                  <a:srgbClr val="0f1115"/>
                </a:solidFill>
                <a:latin typeface="Menlo"/>
              </a:rPr>
              <a:t> reset </a:t>
            </a:r>
            <a:r>
              <a:rPr b="0" lang="ru-RU" sz="2800" spc="-1" strike="noStrike">
                <a:solidFill>
                  <a:srgbClr val="4078f2"/>
                </a:solidFill>
                <a:latin typeface="Menlo"/>
              </a:rPr>
              <a:t>--hard</a:t>
            </a:r>
            <a:r>
              <a:rPr b="0" lang="ru-RU" sz="2800" spc="-1" strike="noStrike">
                <a:solidFill>
                  <a:srgbClr val="0f1115"/>
                </a:solidFill>
                <a:latin typeface="Menlo"/>
              </a:rPr>
              <a:t> ORIG_HEAD</a:t>
            </a:r>
            <a:endParaRPr b="0" lang="en-US" sz="2800" spc="-1" strike="noStrike">
              <a:solidFill>
                <a:srgbClr val="000000"/>
              </a:solidFill>
              <a:latin typeface="Arial"/>
            </a:endParaRPr>
          </a:p>
          <a:p>
            <a:pPr defTabSz="914400">
              <a:lnSpc>
                <a:spcPct val="100000"/>
              </a:lnSpc>
            </a:pPr>
            <a:r>
              <a:rPr b="0" i="1" lang="ru-RU" sz="2800" spc="-1" strike="noStrike">
                <a:solidFill>
                  <a:srgbClr val="a0a1a7"/>
                </a:solidFill>
                <a:latin typeface="Menlo"/>
              </a:rPr>
              <a:t># ИЛИ проще (специальная команда для отмены merge):</a:t>
            </a:r>
            <a:endParaRPr b="0" lang="en-US" sz="2800" spc="-1" strike="noStrike">
              <a:solidFill>
                <a:srgbClr val="000000"/>
              </a:solidFill>
              <a:latin typeface="Arial"/>
            </a:endParaRPr>
          </a:p>
          <a:p>
            <a:pPr defTabSz="914400">
              <a:lnSpc>
                <a:spcPct val="100000"/>
              </a:lnSpc>
            </a:pPr>
            <a:r>
              <a:rPr b="0" lang="ru-RU" sz="2800" spc="-1" strike="noStrike">
                <a:solidFill>
                  <a:srgbClr val="4078f2"/>
                </a:solidFill>
                <a:latin typeface="Menlo"/>
              </a:rPr>
              <a:t>git</a:t>
            </a:r>
            <a:r>
              <a:rPr b="0" lang="ru-RU" sz="2800" spc="-1" strike="noStrike">
                <a:solidFill>
                  <a:srgbClr val="0f1115"/>
                </a:solidFill>
                <a:latin typeface="Menlo"/>
              </a:rPr>
              <a:t> merge </a:t>
            </a:r>
            <a:r>
              <a:rPr b="0" lang="ru-RU" sz="2800" spc="-1" strike="noStrike">
                <a:solidFill>
                  <a:srgbClr val="4078f2"/>
                </a:solidFill>
                <a:latin typeface="Menlo"/>
              </a:rPr>
              <a:t>–abort</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Title 1"/>
          <p:cNvSpPr/>
          <p:nvPr/>
        </p:nvSpPr>
        <p:spPr>
          <a:xfrm>
            <a:off x="1097280" y="288720"/>
            <a:ext cx="9919800" cy="582840"/>
          </a:xfrm>
          <a:prstGeom prst="rect">
            <a:avLst/>
          </a:prstGeom>
          <a:noFill/>
          <a:ln w="0">
            <a:noFill/>
          </a:ln>
        </p:spPr>
        <p:style>
          <a:lnRef idx="0"/>
          <a:fillRef idx="0"/>
          <a:effectRef idx="0"/>
          <a:fontRef idx="minor"/>
        </p:style>
        <p:txBody>
          <a:bodyPr anchor="b">
            <a:normAutofit fontScale="81057"/>
          </a:bodyPr>
          <a:p>
            <a:pPr defTabSz="914400">
              <a:lnSpc>
                <a:spcPct val="85000"/>
              </a:lnSpc>
            </a:pPr>
            <a:r>
              <a:rPr b="0" lang="ru-RU" sz="4800" spc="-52" strike="noStrike">
                <a:solidFill>
                  <a:schemeClr val="dk1"/>
                </a:solidFill>
                <a:latin typeface="Calibri Light"/>
              </a:rPr>
              <a:t>Когда создается </a:t>
            </a:r>
            <a:r>
              <a:rPr b="0" lang="en-US" sz="4800" spc="-52" strike="noStrike">
                <a:solidFill>
                  <a:schemeClr val="dk1"/>
                </a:solidFill>
                <a:latin typeface="Calibri Light"/>
              </a:rPr>
              <a:t>ORIG_HEAD</a:t>
            </a:r>
            <a:endParaRPr b="0" lang="en-US" sz="4800" spc="-1" strike="noStrike">
              <a:solidFill>
                <a:srgbClr val="000000"/>
              </a:solidFill>
              <a:latin typeface="Arial"/>
            </a:endParaRPr>
          </a:p>
        </p:txBody>
      </p:sp>
      <p:sp>
        <p:nvSpPr>
          <p:cNvPr id="350" name="TextBox 2"/>
          <p:cNvSpPr/>
          <p:nvPr/>
        </p:nvSpPr>
        <p:spPr>
          <a:xfrm>
            <a:off x="1337040" y="1800360"/>
            <a:ext cx="9919800" cy="4383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ru-RU" sz="2400" spc="-1" strike="noStrike">
                <a:solidFill>
                  <a:schemeClr val="dk1"/>
                </a:solidFill>
                <a:latin typeface="Calibri"/>
              </a:rPr>
              <a:t>Отмена </a:t>
            </a:r>
            <a:r>
              <a:rPr b="1" lang="en-US" sz="2400" spc="-1" strike="noStrike">
                <a:solidFill>
                  <a:schemeClr val="dk1"/>
                </a:solidFill>
                <a:latin typeface="Calibri"/>
              </a:rPr>
              <a:t>rebase</a:t>
            </a:r>
            <a:endParaRPr b="0" lang="en-US" sz="2400" spc="-1" strike="noStrike">
              <a:solidFill>
                <a:srgbClr val="000000"/>
              </a:solidFill>
              <a:latin typeface="Arial"/>
            </a:endParaRPr>
          </a:p>
          <a:p>
            <a:pPr defTabSz="914400">
              <a:lnSpc>
                <a:spcPct val="100000"/>
              </a:lnSpc>
            </a:pPr>
            <a:r>
              <a:rPr b="0" i="1" lang="ru-RU" sz="2400" spc="-1" strike="noStrike">
                <a:solidFill>
                  <a:srgbClr val="a0a1a7"/>
                </a:solidFill>
                <a:latin typeface="Menlo"/>
              </a:rPr>
              <a:t># 1. Начинаем </a:t>
            </a:r>
            <a:r>
              <a:rPr b="0" i="1" lang="en-US" sz="2400" spc="-1" strike="noStrike">
                <a:solidFill>
                  <a:srgbClr val="a0a1a7"/>
                </a:solidFill>
                <a:latin typeface="Menlo"/>
              </a:rPr>
              <a:t>rebase</a:t>
            </a:r>
            <a:endParaRPr b="0" lang="en-US" sz="2400" spc="-1" strike="noStrike">
              <a:solidFill>
                <a:srgbClr val="000000"/>
              </a:solidFill>
              <a:latin typeface="Arial"/>
            </a:endParaRPr>
          </a:p>
          <a:p>
            <a:pPr defTabSz="914400">
              <a:lnSpc>
                <a:spcPct val="100000"/>
              </a:lnSpc>
            </a:pPr>
            <a:r>
              <a:rPr b="0" lang="en-US" sz="2400" spc="-1" strike="noStrike">
                <a:solidFill>
                  <a:srgbClr val="4078f2"/>
                </a:solidFill>
                <a:latin typeface="Menlo"/>
              </a:rPr>
              <a:t>git</a:t>
            </a:r>
            <a:r>
              <a:rPr b="0" lang="en-US" sz="2400" spc="-1" strike="noStrike">
                <a:solidFill>
                  <a:srgbClr val="0f1115"/>
                </a:solidFill>
                <a:latin typeface="Menlo"/>
              </a:rPr>
              <a:t> rebase main feature-branch</a:t>
            </a:r>
            <a:endParaRPr b="0" lang="en-US" sz="2400" spc="-1" strike="noStrike">
              <a:solidFill>
                <a:srgbClr val="000000"/>
              </a:solidFill>
              <a:latin typeface="Arial"/>
            </a:endParaRPr>
          </a:p>
          <a:p>
            <a:pPr defTabSz="914400">
              <a:lnSpc>
                <a:spcPct val="100000"/>
              </a:lnSpc>
            </a:pPr>
            <a:endParaRPr b="0" lang="en-US" sz="2400" spc="-1" strike="noStrike">
              <a:solidFill>
                <a:srgbClr val="000000"/>
              </a:solidFill>
              <a:latin typeface="Arial"/>
            </a:endParaRPr>
          </a:p>
          <a:p>
            <a:pPr defTabSz="914400">
              <a:lnSpc>
                <a:spcPct val="100000"/>
              </a:lnSpc>
            </a:pPr>
            <a:r>
              <a:rPr b="0" i="1" lang="en-US" sz="2400" spc="-1" strike="noStrike">
                <a:solidFill>
                  <a:srgbClr val="a0a1a7"/>
                </a:solidFill>
                <a:latin typeface="Menlo"/>
              </a:rPr>
              <a:t># 2. </a:t>
            </a:r>
            <a:r>
              <a:rPr b="0" i="1" lang="ru-RU" sz="2400" spc="-1" strike="noStrike">
                <a:solidFill>
                  <a:srgbClr val="a0a1a7"/>
                </a:solidFill>
                <a:latin typeface="Menlo"/>
              </a:rPr>
              <a:t>Возникают конфликты, хотим отменить</a:t>
            </a:r>
            <a:endParaRPr b="0" lang="en-US" sz="2400" spc="-1" strike="noStrike">
              <a:solidFill>
                <a:srgbClr val="000000"/>
              </a:solidFill>
              <a:latin typeface="Arial"/>
            </a:endParaRPr>
          </a:p>
          <a:p>
            <a:pPr defTabSz="914400">
              <a:lnSpc>
                <a:spcPct val="100000"/>
              </a:lnSpc>
            </a:pPr>
            <a:r>
              <a:rPr b="0" lang="en-US" sz="2400" spc="-1" strike="noStrike">
                <a:solidFill>
                  <a:srgbClr val="4078f2"/>
                </a:solidFill>
                <a:latin typeface="Menlo"/>
              </a:rPr>
              <a:t>git</a:t>
            </a:r>
            <a:r>
              <a:rPr b="0" lang="en-US" sz="2400" spc="-1" strike="noStrike">
                <a:solidFill>
                  <a:srgbClr val="0f1115"/>
                </a:solidFill>
                <a:latin typeface="Menlo"/>
              </a:rPr>
              <a:t> rebase </a:t>
            </a:r>
            <a:r>
              <a:rPr b="0" lang="en-US" sz="2400" spc="-1" strike="noStrike">
                <a:solidFill>
                  <a:srgbClr val="4078f2"/>
                </a:solidFill>
                <a:latin typeface="Menlo"/>
              </a:rPr>
              <a:t>--abort</a:t>
            </a:r>
            <a:endParaRPr b="0" lang="en-US" sz="2400" spc="-1" strike="noStrike">
              <a:solidFill>
                <a:srgbClr val="000000"/>
              </a:solidFill>
              <a:latin typeface="Arial"/>
            </a:endParaRPr>
          </a:p>
          <a:p>
            <a:pPr defTabSz="914400">
              <a:lnSpc>
                <a:spcPct val="100000"/>
              </a:lnSpc>
            </a:pPr>
            <a:r>
              <a:rPr b="0" i="1" lang="en-US" sz="2400" spc="-1" strike="noStrike">
                <a:solidFill>
                  <a:srgbClr val="a0a1a7"/>
                </a:solidFill>
                <a:latin typeface="Menlo"/>
              </a:rPr>
              <a:t># </a:t>
            </a:r>
            <a:r>
              <a:rPr b="0" i="1" lang="ru-RU" sz="2400" spc="-1" strike="noStrike">
                <a:solidFill>
                  <a:srgbClr val="a0a1a7"/>
                </a:solidFill>
                <a:latin typeface="Menlo"/>
              </a:rPr>
              <a:t>Внутренне использует </a:t>
            </a:r>
            <a:r>
              <a:rPr b="0" i="1" lang="en-US" sz="2400" spc="-1" strike="noStrike">
                <a:solidFill>
                  <a:srgbClr val="a0a1a7"/>
                </a:solidFill>
                <a:latin typeface="Menlo"/>
              </a:rPr>
              <a:t>ORIG_HEAD </a:t>
            </a:r>
            <a:r>
              <a:rPr b="0" i="1" lang="ru-RU" sz="2400" spc="-1" strike="noStrike">
                <a:solidFill>
                  <a:srgbClr val="a0a1a7"/>
                </a:solidFill>
                <a:latin typeface="Menlo"/>
              </a:rPr>
              <a:t>для восстановления</a:t>
            </a:r>
            <a:endParaRPr b="0" lang="en-US" sz="24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r>
              <a:rPr b="0" i="1" lang="ru-RU" sz="2400" spc="-1" strike="noStrike">
                <a:solidFill>
                  <a:srgbClr val="a0a1a7"/>
                </a:solidFill>
                <a:latin typeface="Menlo"/>
              </a:rPr>
              <a:t># 3. Вручную через </a:t>
            </a:r>
            <a:r>
              <a:rPr b="0" i="1" lang="en-US" sz="2400" spc="-1" strike="noStrike">
                <a:solidFill>
                  <a:srgbClr val="a0a1a7"/>
                </a:solidFill>
                <a:latin typeface="Menlo"/>
              </a:rPr>
              <a:t>ORIG_HEAD (</a:t>
            </a:r>
            <a:r>
              <a:rPr b="0" i="1" lang="ru-RU" sz="2400" spc="-1" strike="noStrike">
                <a:solidFill>
                  <a:srgbClr val="a0a1a7"/>
                </a:solidFill>
                <a:latin typeface="Menlo"/>
              </a:rPr>
              <a:t>если </a:t>
            </a:r>
            <a:r>
              <a:rPr b="0" i="1" lang="en-US" sz="2400" spc="-1" strike="noStrike">
                <a:solidFill>
                  <a:srgbClr val="a0a1a7"/>
                </a:solidFill>
                <a:latin typeface="Menlo"/>
              </a:rPr>
              <a:t>rebase --abort </a:t>
            </a:r>
            <a:r>
              <a:rPr b="0" i="1" lang="ru-RU" sz="2400" spc="-1" strike="noStrike">
                <a:solidFill>
                  <a:srgbClr val="a0a1a7"/>
                </a:solidFill>
                <a:latin typeface="Menlo"/>
              </a:rPr>
              <a:t>не работает)</a:t>
            </a:r>
            <a:endParaRPr b="0" lang="en-US" sz="2400" spc="-1" strike="noStrike">
              <a:solidFill>
                <a:srgbClr val="000000"/>
              </a:solidFill>
              <a:latin typeface="Arial"/>
            </a:endParaRPr>
          </a:p>
          <a:p>
            <a:pPr defTabSz="914400">
              <a:lnSpc>
                <a:spcPct val="100000"/>
              </a:lnSpc>
            </a:pPr>
            <a:r>
              <a:rPr b="0" lang="en-US" sz="2400" spc="-1" strike="noStrike">
                <a:solidFill>
                  <a:srgbClr val="4078f2"/>
                </a:solidFill>
                <a:latin typeface="Menlo"/>
              </a:rPr>
              <a:t>git</a:t>
            </a:r>
            <a:r>
              <a:rPr b="0" lang="en-US" sz="2400" spc="-1" strike="noStrike">
                <a:solidFill>
                  <a:srgbClr val="0f1115"/>
                </a:solidFill>
                <a:latin typeface="Menlo"/>
              </a:rPr>
              <a:t> reset </a:t>
            </a:r>
            <a:r>
              <a:rPr b="0" lang="en-US" sz="2400" spc="-1" strike="noStrike">
                <a:solidFill>
                  <a:srgbClr val="4078f2"/>
                </a:solidFill>
                <a:latin typeface="Menlo"/>
              </a:rPr>
              <a:t>--hard</a:t>
            </a:r>
            <a:r>
              <a:rPr b="0" lang="en-US" sz="2400" spc="-1" strike="noStrike">
                <a:solidFill>
                  <a:srgbClr val="0f1115"/>
                </a:solidFill>
                <a:latin typeface="Menlo"/>
              </a:rPr>
              <a:t> ORIG_HEAD</a:t>
            </a:r>
            <a:endParaRPr b="0" lang="en-US" sz="2400" spc="-1" strike="noStrike">
              <a:solidFill>
                <a:srgbClr val="000000"/>
              </a:solidFill>
              <a:latin typeface="Arial"/>
            </a:endParaRPr>
          </a:p>
          <a:p>
            <a:pPr defTabSz="914400">
              <a:lnSpc>
                <a:spcPct val="100000"/>
              </a:lnSpc>
            </a:pPr>
            <a:endParaRPr b="0" lang="en-US" sz="2400" spc="-1" strike="noStrike">
              <a:solidFill>
                <a:srgbClr val="000000"/>
              </a:solidFill>
              <a:latin typeface="Arial"/>
            </a:endParaRPr>
          </a:p>
          <a:p>
            <a:pPr defTabSz="914400">
              <a:lnSpc>
                <a:spcPts val="1650"/>
              </a:lnSpc>
            </a:pP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Title 1"/>
          <p:cNvSpPr/>
          <p:nvPr/>
        </p:nvSpPr>
        <p:spPr>
          <a:xfrm>
            <a:off x="1097280" y="288720"/>
            <a:ext cx="9919800" cy="582840"/>
          </a:xfrm>
          <a:prstGeom prst="rect">
            <a:avLst/>
          </a:prstGeom>
          <a:noFill/>
          <a:ln w="0">
            <a:noFill/>
          </a:ln>
        </p:spPr>
        <p:style>
          <a:lnRef idx="0"/>
          <a:fillRef idx="0"/>
          <a:effectRef idx="0"/>
          <a:fontRef idx="minor"/>
        </p:style>
        <p:txBody>
          <a:bodyPr anchor="b">
            <a:normAutofit fontScale="81057"/>
          </a:bodyPr>
          <a:p>
            <a:pPr defTabSz="914400">
              <a:lnSpc>
                <a:spcPct val="85000"/>
              </a:lnSpc>
            </a:pPr>
            <a:r>
              <a:rPr b="0" lang="ru-RU" sz="4800" spc="-52" strike="noStrike">
                <a:solidFill>
                  <a:schemeClr val="dk1"/>
                </a:solidFill>
                <a:latin typeface="Calibri Light"/>
              </a:rPr>
              <a:t>Когда создается </a:t>
            </a:r>
            <a:r>
              <a:rPr b="0" lang="en-US" sz="4800" spc="-52" strike="noStrike">
                <a:solidFill>
                  <a:schemeClr val="dk1"/>
                </a:solidFill>
                <a:latin typeface="Calibri Light"/>
              </a:rPr>
              <a:t>ORIG_HEAD</a:t>
            </a:r>
            <a:endParaRPr b="0" lang="en-US" sz="4800" spc="-1" strike="noStrike">
              <a:solidFill>
                <a:srgbClr val="000000"/>
              </a:solidFill>
              <a:latin typeface="Arial"/>
            </a:endParaRPr>
          </a:p>
        </p:txBody>
      </p:sp>
      <p:sp>
        <p:nvSpPr>
          <p:cNvPr id="352" name="TextBox 2"/>
          <p:cNvSpPr/>
          <p:nvPr/>
        </p:nvSpPr>
        <p:spPr>
          <a:xfrm>
            <a:off x="0" y="871920"/>
            <a:ext cx="6250680" cy="564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ru-RU" sz="2800" spc="-1" strike="noStrike">
                <a:solidFill>
                  <a:schemeClr val="dk1"/>
                </a:solidFill>
                <a:latin typeface="Calibri"/>
              </a:rPr>
              <a:t>Отмена </a:t>
            </a:r>
            <a:r>
              <a:rPr b="1" lang="en-US" sz="2800" spc="-1" strike="noStrike">
                <a:solidFill>
                  <a:schemeClr val="dk1"/>
                </a:solidFill>
                <a:latin typeface="Calibri"/>
              </a:rPr>
              <a:t>reset</a:t>
            </a:r>
            <a:endParaRPr b="0" lang="en-US" sz="2800" spc="-1" strike="noStrike">
              <a:solidFill>
                <a:srgbClr val="000000"/>
              </a:solidFill>
              <a:latin typeface="Arial"/>
            </a:endParaRPr>
          </a:p>
          <a:p>
            <a:pPr defTabSz="914400">
              <a:lnSpc>
                <a:spcPct val="100000"/>
              </a:lnSpc>
            </a:pPr>
            <a:r>
              <a:rPr b="0" i="1" lang="ru-RU" sz="2800" spc="-1" strike="noStrike">
                <a:solidFill>
                  <a:srgbClr val="a0a1a7"/>
                </a:solidFill>
                <a:latin typeface="Menlo"/>
              </a:rPr>
              <a:t># 1. Проверяем текущее состояние</a:t>
            </a:r>
            <a:endParaRPr b="0" lang="en-US" sz="2800" spc="-1" strike="noStrike">
              <a:solidFill>
                <a:srgbClr val="000000"/>
              </a:solidFill>
              <a:latin typeface="Arial"/>
            </a:endParaRPr>
          </a:p>
          <a:p>
            <a:pPr defTabSz="914400">
              <a:lnSpc>
                <a:spcPct val="100000"/>
              </a:lnSpc>
            </a:pPr>
            <a:r>
              <a:rPr b="0" lang="en-US" sz="2800" spc="-1" strike="noStrike">
                <a:solidFill>
                  <a:srgbClr val="4078f2"/>
                </a:solidFill>
                <a:latin typeface="Menlo"/>
              </a:rPr>
              <a:t>git</a:t>
            </a:r>
            <a:r>
              <a:rPr b="0" lang="en-US" sz="2800" spc="-1" strike="noStrike">
                <a:solidFill>
                  <a:srgbClr val="0f1115"/>
                </a:solidFill>
                <a:latin typeface="Menlo"/>
              </a:rPr>
              <a:t> log </a:t>
            </a:r>
            <a:r>
              <a:rPr b="0" lang="en-US" sz="2800" spc="-1" strike="noStrike">
                <a:solidFill>
                  <a:srgbClr val="4078f2"/>
                </a:solidFill>
                <a:latin typeface="Menlo"/>
              </a:rPr>
              <a:t>--oneline</a:t>
            </a:r>
            <a:r>
              <a:rPr b="0" lang="en-US" sz="2800" spc="-1" strike="noStrike">
                <a:solidFill>
                  <a:srgbClr val="0f1115"/>
                </a:solidFill>
                <a:latin typeface="Menlo"/>
              </a:rPr>
              <a:t> </a:t>
            </a:r>
            <a:r>
              <a:rPr b="0" lang="en-US" sz="2800" spc="-1" strike="noStrike">
                <a:solidFill>
                  <a:srgbClr val="4078f2"/>
                </a:solidFill>
                <a:latin typeface="Menlo"/>
              </a:rPr>
              <a:t>-3</a:t>
            </a: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c1d2e3 Latest commit</a:t>
            </a: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f4g5h6 Middle commit</a:t>
            </a: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i7j8k9 Old commit</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2. </a:t>
            </a:r>
            <a:r>
              <a:rPr b="0" i="1" lang="ru-RU" sz="2800" spc="-1" strike="noStrike">
                <a:solidFill>
                  <a:srgbClr val="a0a1a7"/>
                </a:solidFill>
                <a:latin typeface="Menlo"/>
              </a:rPr>
              <a:t>Делаем </a:t>
            </a:r>
            <a:r>
              <a:rPr b="0" i="1" lang="en-US" sz="2800" spc="-1" strike="noStrike">
                <a:solidFill>
                  <a:srgbClr val="a0a1a7"/>
                </a:solidFill>
                <a:latin typeface="Menlo"/>
              </a:rPr>
              <a:t>hard reset (</a:t>
            </a:r>
            <a:r>
              <a:rPr b="0" i="1" lang="ru-RU" sz="2800" spc="-1" strike="noStrike">
                <a:solidFill>
                  <a:srgbClr val="a0a1a7"/>
                </a:solidFill>
                <a:latin typeface="Menlo"/>
              </a:rPr>
              <a:t>опасно!)</a:t>
            </a:r>
            <a:endParaRPr b="0" lang="en-US" sz="2800" spc="-1" strike="noStrike">
              <a:solidFill>
                <a:srgbClr val="000000"/>
              </a:solidFill>
              <a:latin typeface="Arial"/>
            </a:endParaRPr>
          </a:p>
          <a:p>
            <a:pPr defTabSz="914400">
              <a:lnSpc>
                <a:spcPct val="100000"/>
              </a:lnSpc>
            </a:pPr>
            <a:r>
              <a:rPr b="0" lang="en-US" sz="2800" spc="-1" strike="noStrike">
                <a:solidFill>
                  <a:srgbClr val="4078f2"/>
                </a:solidFill>
                <a:latin typeface="Menlo"/>
              </a:rPr>
              <a:t>git</a:t>
            </a:r>
            <a:r>
              <a:rPr b="0" lang="en-US" sz="2800" spc="-1" strike="noStrike">
                <a:solidFill>
                  <a:srgbClr val="0f1115"/>
                </a:solidFill>
                <a:latin typeface="Menlo"/>
              </a:rPr>
              <a:t> reset </a:t>
            </a:r>
            <a:r>
              <a:rPr b="0" lang="en-US" sz="2800" spc="-1" strike="noStrike">
                <a:solidFill>
                  <a:srgbClr val="4078f2"/>
                </a:solidFill>
                <a:latin typeface="Menlo"/>
              </a:rPr>
              <a:t>--hard</a:t>
            </a:r>
            <a:r>
              <a:rPr b="0" lang="en-US" sz="2800" spc="-1" strike="noStrike">
                <a:solidFill>
                  <a:srgbClr val="0f1115"/>
                </a:solidFill>
                <a:latin typeface="Menlo"/>
              </a:rPr>
              <a:t> HEAD~2</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3. ORIG_HEAD </a:t>
            </a:r>
            <a:r>
              <a:rPr b="0" i="1" lang="ru-RU" sz="2800" spc="-1" strike="noStrike">
                <a:solidFill>
                  <a:srgbClr val="a0a1a7"/>
                </a:solidFill>
                <a:latin typeface="Menlo"/>
              </a:rPr>
              <a:t>теперь указывает на </a:t>
            </a:r>
            <a:r>
              <a:rPr b="0" i="1" lang="en-US" sz="2800" spc="-1" strike="noStrike">
                <a:solidFill>
                  <a:srgbClr val="a0a1a7"/>
                </a:solidFill>
                <a:latin typeface="Menlo"/>
              </a:rPr>
              <a:t>c1d2e3</a:t>
            </a:r>
            <a:endParaRPr b="0" lang="en-US" sz="2800" spc="-1" strike="noStrike">
              <a:solidFill>
                <a:srgbClr val="000000"/>
              </a:solidFill>
              <a:latin typeface="Arial"/>
            </a:endParaRPr>
          </a:p>
          <a:p>
            <a:pPr defTabSz="914400">
              <a:lnSpc>
                <a:spcPct val="100000"/>
              </a:lnSpc>
            </a:pPr>
            <a:r>
              <a:rPr b="0" lang="en-US" sz="2800" spc="-1" strike="noStrike">
                <a:solidFill>
                  <a:srgbClr val="4078f2"/>
                </a:solidFill>
                <a:latin typeface="Menlo"/>
              </a:rPr>
              <a:t>cat</a:t>
            </a:r>
            <a:r>
              <a:rPr b="0" lang="en-US" sz="2800" spc="-1" strike="noStrike">
                <a:solidFill>
                  <a:srgbClr val="0f1115"/>
                </a:solidFill>
                <a:latin typeface="Menlo"/>
              </a:rPr>
              <a:t> .git/ORIG_HEAD  </a:t>
            </a:r>
            <a:r>
              <a:rPr b="0" i="1" lang="en-US" sz="2800" spc="-1" strike="noStrike">
                <a:solidFill>
                  <a:srgbClr val="a0a1a7"/>
                </a:solidFill>
                <a:latin typeface="Menlo"/>
              </a:rPr>
              <a:t># c1d2e3...</a:t>
            </a:r>
            <a:endParaRPr b="0" lang="en-US" sz="2800" spc="-1" strike="noStrike">
              <a:solidFill>
                <a:srgbClr val="000000"/>
              </a:solidFill>
              <a:latin typeface="Arial"/>
            </a:endParaRPr>
          </a:p>
        </p:txBody>
      </p:sp>
      <p:sp>
        <p:nvSpPr>
          <p:cNvPr id="353" name="TextBox 4"/>
          <p:cNvSpPr/>
          <p:nvPr/>
        </p:nvSpPr>
        <p:spPr>
          <a:xfrm>
            <a:off x="7411320" y="1302840"/>
            <a:ext cx="4507560" cy="606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US" sz="2800" spc="-1" strike="noStrike">
                <a:solidFill>
                  <a:srgbClr val="a0a1a7"/>
                </a:solidFill>
                <a:latin typeface="Menlo"/>
              </a:rPr>
              <a:t># 4. </a:t>
            </a:r>
            <a:r>
              <a:rPr b="0" i="1" lang="ru-RU" sz="2800" spc="-1" strike="noStrike">
                <a:solidFill>
                  <a:srgbClr val="a0a1a7"/>
                </a:solidFill>
                <a:latin typeface="Menlo"/>
              </a:rPr>
              <a:t>Ой, это была ошибка! Восстанавливаем:</a:t>
            </a:r>
            <a:endParaRPr b="0" lang="en-US" sz="2800" spc="-1" strike="noStrike">
              <a:solidFill>
                <a:srgbClr val="000000"/>
              </a:solidFill>
              <a:latin typeface="Arial"/>
            </a:endParaRPr>
          </a:p>
          <a:p>
            <a:pPr defTabSz="914400">
              <a:lnSpc>
                <a:spcPct val="100000"/>
              </a:lnSpc>
            </a:pPr>
            <a:r>
              <a:rPr b="0" lang="en-US" sz="2800" spc="-1" strike="noStrike">
                <a:solidFill>
                  <a:srgbClr val="4078f2"/>
                </a:solidFill>
                <a:latin typeface="Menlo"/>
              </a:rPr>
              <a:t>git</a:t>
            </a:r>
            <a:r>
              <a:rPr b="0" lang="en-US" sz="2800" spc="-1" strike="noStrike">
                <a:solidFill>
                  <a:srgbClr val="0f1115"/>
                </a:solidFill>
                <a:latin typeface="Menlo"/>
              </a:rPr>
              <a:t> reset </a:t>
            </a:r>
            <a:r>
              <a:rPr b="0" lang="en-US" sz="2800" spc="-1" strike="noStrike">
                <a:solidFill>
                  <a:srgbClr val="4078f2"/>
                </a:solidFill>
                <a:latin typeface="Menlo"/>
              </a:rPr>
              <a:t>--hard</a:t>
            </a:r>
            <a:r>
              <a:rPr b="0" lang="en-US" sz="2800" spc="-1" strike="noStrike">
                <a:solidFill>
                  <a:srgbClr val="0f1115"/>
                </a:solidFill>
                <a:latin typeface="Menlo"/>
              </a:rPr>
              <a:t> ORIG_HEAD</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5. </a:t>
            </a:r>
            <a:r>
              <a:rPr b="0" i="1" lang="ru-RU" sz="2800" spc="-1" strike="noStrike">
                <a:solidFill>
                  <a:srgbClr val="a0a1a7"/>
                </a:solidFill>
                <a:latin typeface="Menlo"/>
              </a:rPr>
              <a:t>Проверяем - вернулись к исходному состоянию</a:t>
            </a:r>
            <a:endParaRPr b="0" lang="en-US" sz="2800" spc="-1" strike="noStrike">
              <a:solidFill>
                <a:srgbClr val="000000"/>
              </a:solidFill>
              <a:latin typeface="Arial"/>
            </a:endParaRPr>
          </a:p>
          <a:p>
            <a:pPr defTabSz="914400">
              <a:lnSpc>
                <a:spcPct val="100000"/>
              </a:lnSpc>
            </a:pPr>
            <a:r>
              <a:rPr b="0" lang="en-US" sz="2800" spc="-1" strike="noStrike">
                <a:solidFill>
                  <a:srgbClr val="4078f2"/>
                </a:solidFill>
                <a:latin typeface="Menlo"/>
              </a:rPr>
              <a:t>git</a:t>
            </a:r>
            <a:r>
              <a:rPr b="0" lang="en-US" sz="2800" spc="-1" strike="noStrike">
                <a:solidFill>
                  <a:srgbClr val="0f1115"/>
                </a:solidFill>
                <a:latin typeface="Menlo"/>
              </a:rPr>
              <a:t> log </a:t>
            </a:r>
            <a:r>
              <a:rPr b="0" lang="en-US" sz="2800" spc="-1" strike="noStrike">
                <a:solidFill>
                  <a:srgbClr val="4078f2"/>
                </a:solidFill>
                <a:latin typeface="Menlo"/>
              </a:rPr>
              <a:t>--oneline</a:t>
            </a:r>
            <a:r>
              <a:rPr b="0" lang="en-US" sz="2800" spc="-1" strike="noStrike">
                <a:solidFill>
                  <a:srgbClr val="0f1115"/>
                </a:solidFill>
                <a:latin typeface="Menlo"/>
              </a:rPr>
              <a:t> </a:t>
            </a:r>
            <a:r>
              <a:rPr b="0" lang="en-US" sz="2800" spc="-1" strike="noStrike">
                <a:solidFill>
                  <a:srgbClr val="4078f2"/>
                </a:solidFill>
                <a:latin typeface="Menlo"/>
              </a:rPr>
              <a:t>-3</a:t>
            </a: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c1d2e3 Latest commit</a:t>
            </a: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f4g5h6 Middle commit</a:t>
            </a:r>
            <a:endParaRPr b="0" lang="en-US" sz="2800" spc="-1" strike="noStrike">
              <a:solidFill>
                <a:srgbClr val="000000"/>
              </a:solidFill>
              <a:latin typeface="Arial"/>
            </a:endParaRPr>
          </a:p>
          <a:p>
            <a:pPr defTabSz="914400">
              <a:lnSpc>
                <a:spcPct val="100000"/>
              </a:lnSpc>
            </a:pPr>
            <a:r>
              <a:rPr b="0" i="1" lang="en-US" sz="2800" spc="-1" strike="noStrike">
                <a:solidFill>
                  <a:srgbClr val="a0a1a7"/>
                </a:solidFill>
                <a:latin typeface="Menlo"/>
              </a:rPr>
              <a:t># i7j8k9 Old commit</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Title 1"/>
          <p:cNvSpPr/>
          <p:nvPr/>
        </p:nvSpPr>
        <p:spPr>
          <a:xfrm>
            <a:off x="1097280" y="288720"/>
            <a:ext cx="9919800" cy="582840"/>
          </a:xfrm>
          <a:prstGeom prst="rect">
            <a:avLst/>
          </a:prstGeom>
          <a:noFill/>
          <a:ln w="0">
            <a:noFill/>
          </a:ln>
        </p:spPr>
        <p:style>
          <a:lnRef idx="0"/>
          <a:fillRef idx="0"/>
          <a:effectRef idx="0"/>
          <a:fontRef idx="minor"/>
        </p:style>
        <p:txBody>
          <a:bodyPr anchor="b">
            <a:normAutofit fontScale="81057"/>
          </a:bodyPr>
          <a:p>
            <a:pPr defTabSz="914400">
              <a:lnSpc>
                <a:spcPct val="85000"/>
              </a:lnSpc>
            </a:pPr>
            <a:r>
              <a:rPr b="0" lang="ru-RU" sz="4800" spc="-52" strike="noStrike">
                <a:solidFill>
                  <a:schemeClr val="dk1"/>
                </a:solidFill>
                <a:latin typeface="Calibri Light"/>
              </a:rPr>
              <a:t>Где находится </a:t>
            </a:r>
            <a:r>
              <a:rPr b="0" lang="en-US" sz="4800" spc="-52" strike="noStrike">
                <a:solidFill>
                  <a:schemeClr val="dk1"/>
                </a:solidFill>
                <a:latin typeface="Calibri Light"/>
              </a:rPr>
              <a:t>ORIG_HEAD</a:t>
            </a:r>
            <a:endParaRPr b="0" lang="en-US" sz="4800" spc="-1" strike="noStrike">
              <a:solidFill>
                <a:srgbClr val="000000"/>
              </a:solidFill>
              <a:latin typeface="Arial"/>
            </a:endParaRPr>
          </a:p>
        </p:txBody>
      </p:sp>
      <p:sp>
        <p:nvSpPr>
          <p:cNvPr id="355" name="TextBox 2"/>
          <p:cNvSpPr/>
          <p:nvPr/>
        </p:nvSpPr>
        <p:spPr>
          <a:xfrm>
            <a:off x="1620360" y="2507760"/>
            <a:ext cx="10346760" cy="3232440"/>
          </a:xfrm>
          <a:prstGeom prst="rect">
            <a:avLst/>
          </a:prstGeom>
          <a:noFill/>
          <a:ln w="0">
            <a:noFill/>
          </a:ln>
        </p:spPr>
        <p:style>
          <a:lnRef idx="0"/>
          <a:fillRef idx="0"/>
          <a:effectRef idx="0"/>
          <a:fontRef idx="minor"/>
        </p:style>
        <p:txBody>
          <a:bodyPr lIns="90000" rIns="90000" tIns="45000" bIns="45000" anchor="t">
            <a:spAutoFit/>
          </a:bodyPr>
          <a:p>
            <a:pPr defTabSz="914400">
              <a:lnSpc>
                <a:spcPts val="1650"/>
              </a:lnSpc>
            </a:pPr>
            <a:r>
              <a:rPr b="0" i="1" lang="ru-RU" sz="2800" spc="-1" strike="noStrike">
                <a:solidFill>
                  <a:srgbClr val="a0a1a7"/>
                </a:solidFill>
                <a:latin typeface="Menlo"/>
              </a:rPr>
              <a:t># Посмотреть содержимое</a:t>
            </a: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r>
              <a:rPr b="0" lang="en-US" sz="2800" spc="-1" strike="noStrike">
                <a:solidFill>
                  <a:srgbClr val="4078f2"/>
                </a:solidFill>
                <a:latin typeface="Menlo"/>
              </a:rPr>
              <a:t>cat</a:t>
            </a:r>
            <a:r>
              <a:rPr b="0" lang="en-US" sz="2800" spc="-1" strike="noStrike">
                <a:solidFill>
                  <a:srgbClr val="0f1115"/>
                </a:solidFill>
                <a:latin typeface="Menlo"/>
              </a:rPr>
              <a:t> .git/ORIG_HEAD</a:t>
            </a: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r>
              <a:rPr b="0" i="1" lang="en-US" sz="2800" spc="-1" strike="noStrike">
                <a:solidFill>
                  <a:srgbClr val="a0a1a7"/>
                </a:solidFill>
                <a:latin typeface="Menlo"/>
              </a:rPr>
              <a:t># </a:t>
            </a:r>
            <a:r>
              <a:rPr b="0" i="1" lang="ru-RU" sz="2800" spc="-1" strike="noStrike">
                <a:solidFill>
                  <a:srgbClr val="a0a1a7"/>
                </a:solidFill>
                <a:latin typeface="Menlo"/>
              </a:rPr>
              <a:t>Или получить значение через </a:t>
            </a:r>
            <a:r>
              <a:rPr b="0" i="1" lang="en-US" sz="2800" spc="-1" strike="noStrike">
                <a:solidFill>
                  <a:srgbClr val="a0a1a7"/>
                </a:solidFill>
                <a:latin typeface="Menlo"/>
              </a:rPr>
              <a:t>Git</a:t>
            </a: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r>
              <a:rPr b="0" lang="en-US" sz="2800" spc="-1" strike="noStrike">
                <a:solidFill>
                  <a:srgbClr val="4078f2"/>
                </a:solidFill>
                <a:latin typeface="Menlo"/>
              </a:rPr>
              <a:t>git</a:t>
            </a:r>
            <a:r>
              <a:rPr b="0" lang="en-US" sz="2800" spc="-1" strike="noStrike">
                <a:solidFill>
                  <a:srgbClr val="0f1115"/>
                </a:solidFill>
                <a:latin typeface="Menlo"/>
              </a:rPr>
              <a:t> rev-parse ORIG_HEAD</a:t>
            </a: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r>
              <a:rPr b="0" i="1" lang="en-US" sz="2800" spc="-1" strike="noStrike">
                <a:solidFill>
                  <a:srgbClr val="a0a1a7"/>
                </a:solidFill>
                <a:latin typeface="Menlo"/>
              </a:rPr>
              <a:t># </a:t>
            </a:r>
            <a:r>
              <a:rPr b="0" i="1" lang="ru-RU" sz="2800" spc="-1" strike="noStrike">
                <a:solidFill>
                  <a:srgbClr val="a0a1a7"/>
                </a:solidFill>
                <a:latin typeface="Menlo"/>
              </a:rPr>
              <a:t>Показать коммит на который указывает </a:t>
            </a:r>
            <a:r>
              <a:rPr b="0" i="1" lang="en-US" sz="2800" spc="-1" strike="noStrike">
                <a:solidFill>
                  <a:srgbClr val="a0a1a7"/>
                </a:solidFill>
                <a:latin typeface="Menlo"/>
              </a:rPr>
              <a:t>ORIG_HEAD</a:t>
            </a:r>
            <a:endParaRPr b="0" lang="en-US" sz="2800" spc="-1" strike="noStrike">
              <a:solidFill>
                <a:srgbClr val="000000"/>
              </a:solidFill>
              <a:latin typeface="Arial"/>
            </a:endParaRPr>
          </a:p>
          <a:p>
            <a:pPr defTabSz="914400">
              <a:lnSpc>
                <a:spcPts val="1650"/>
              </a:lnSpc>
            </a:pPr>
            <a:endParaRPr b="0" lang="en-US" sz="2800" spc="-1" strike="noStrike">
              <a:solidFill>
                <a:srgbClr val="000000"/>
              </a:solidFill>
              <a:latin typeface="Arial"/>
            </a:endParaRPr>
          </a:p>
          <a:p>
            <a:pPr defTabSz="914400">
              <a:lnSpc>
                <a:spcPts val="1650"/>
              </a:lnSpc>
            </a:pPr>
            <a:r>
              <a:rPr b="0" lang="en-US" sz="2800" spc="-1" strike="noStrike">
                <a:solidFill>
                  <a:srgbClr val="4078f2"/>
                </a:solidFill>
                <a:latin typeface="Menlo"/>
              </a:rPr>
              <a:t>git</a:t>
            </a:r>
            <a:r>
              <a:rPr b="0" lang="en-US" sz="2800" spc="-1" strike="noStrike">
                <a:solidFill>
                  <a:srgbClr val="0f1115"/>
                </a:solidFill>
                <a:latin typeface="Menlo"/>
              </a:rPr>
              <a:t> show ORIG_HEAD</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946800" y="0"/>
            <a:ext cx="10058040" cy="560520"/>
          </a:xfrm>
          <a:prstGeom prst="rect">
            <a:avLst/>
          </a:prstGeom>
          <a:noFill/>
          <a:ln w="0">
            <a:noFill/>
          </a:ln>
        </p:spPr>
        <p:txBody>
          <a:bodyPr lIns="91440" rIns="91440" tIns="45720" bIns="45720" anchor="b">
            <a:normAutofit fontScale="77723"/>
          </a:bodyPr>
          <a:p>
            <a:pPr indent="0" defTabSz="914400">
              <a:lnSpc>
                <a:spcPct val="85000"/>
              </a:lnSpc>
              <a:buNone/>
            </a:pPr>
            <a:r>
              <a:rPr b="0" lang="en-US" sz="4800" spc="-52" strike="noStrike">
                <a:solidFill>
                  <a:schemeClr val="dk1"/>
                </a:solidFill>
                <a:latin typeface="Calibri Light"/>
              </a:rPr>
              <a:t>G</a:t>
            </a:r>
            <a:r>
              <a:rPr b="0" lang="ru-RU" sz="4800" spc="-52" strike="noStrike">
                <a:solidFill>
                  <a:schemeClr val="dk1"/>
                </a:solidFill>
                <a:latin typeface="Calibri Light"/>
              </a:rPr>
              <a:t>it </a:t>
            </a:r>
            <a:r>
              <a:rPr b="0" lang="en-US" sz="4800" spc="-52" strike="noStrike">
                <a:solidFill>
                  <a:schemeClr val="dk1"/>
                </a:solidFill>
                <a:latin typeface="Calibri Light"/>
              </a:rPr>
              <a:t>– </a:t>
            </a:r>
            <a:r>
              <a:rPr b="0" lang="ru-RU" sz="4800" spc="-52" strike="noStrike">
                <a:solidFill>
                  <a:schemeClr val="dk1">
                    <a:lumMod val="75000"/>
                    <a:lumOff val="25000"/>
                  </a:schemeClr>
                </a:solidFill>
                <a:latin typeface="Calibri Light"/>
              </a:rPr>
              <a:t>Файл конфигурации .</a:t>
            </a:r>
            <a:r>
              <a:rPr b="0" lang="en-US" sz="4800" spc="-52" strike="noStrike">
                <a:solidFill>
                  <a:schemeClr val="dk1">
                    <a:lumMod val="75000"/>
                    <a:lumOff val="25000"/>
                  </a:schemeClr>
                </a:solidFill>
                <a:latin typeface="Calibri Light"/>
              </a:rPr>
              <a:t>gitignore</a:t>
            </a:r>
            <a:endParaRPr b="0" lang="en-US" sz="4800" spc="-1" strike="noStrike">
              <a:solidFill>
                <a:schemeClr val="dk1"/>
              </a:solidFill>
              <a:latin typeface="Calibri"/>
            </a:endParaRPr>
          </a:p>
        </p:txBody>
      </p:sp>
      <p:sp>
        <p:nvSpPr>
          <p:cNvPr id="357" name="Прямоугольник 3"/>
          <p:cNvSpPr/>
          <p:nvPr/>
        </p:nvSpPr>
        <p:spPr>
          <a:xfrm>
            <a:off x="394920" y="804960"/>
            <a:ext cx="9835560" cy="943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ru-RU" sz="2800" spc="-1" strike="noStrike">
                <a:solidFill>
                  <a:schemeClr val="dk1"/>
                </a:solidFill>
                <a:latin typeface="Calibri"/>
              </a:rPr>
              <a:t>можно описывать шаблоны игнорируемых в сводке </a:t>
            </a:r>
            <a:r>
              <a:rPr b="0" lang="en-US" sz="2800" spc="-1" strike="noStrike">
                <a:solidFill>
                  <a:schemeClr val="dk1"/>
                </a:solidFill>
                <a:latin typeface="Calibri"/>
              </a:rPr>
              <a:t>git status </a:t>
            </a:r>
            <a:r>
              <a:rPr b="0" lang="ru-RU" sz="2800" spc="-1" strike="noStrike">
                <a:solidFill>
                  <a:schemeClr val="dk1"/>
                </a:solidFill>
                <a:latin typeface="Calibri"/>
              </a:rPr>
              <a:t>файлов определенного формата</a:t>
            </a:r>
            <a:r>
              <a:rPr b="0" lang="en-US" sz="2800" spc="-1" strike="noStrike">
                <a:solidFill>
                  <a:schemeClr val="dk1"/>
                </a:solidFill>
                <a:latin typeface="Calibri"/>
              </a:rPr>
              <a:t>:</a:t>
            </a:r>
            <a:endParaRPr b="0" lang="en-US" sz="2800" spc="-1" strike="noStrike">
              <a:solidFill>
                <a:srgbClr val="000000"/>
              </a:solidFill>
              <a:latin typeface="Arial"/>
            </a:endParaRPr>
          </a:p>
        </p:txBody>
      </p:sp>
      <p:pic>
        <p:nvPicPr>
          <p:cNvPr id="358" name="Рисунок 5" descr="Вырезка экрана"/>
          <p:cNvPicPr/>
          <p:nvPr/>
        </p:nvPicPr>
        <p:blipFill>
          <a:blip r:embed="rId1"/>
          <a:stretch/>
        </p:blipFill>
        <p:spPr>
          <a:xfrm>
            <a:off x="491400" y="1865520"/>
            <a:ext cx="4147920" cy="4266360"/>
          </a:xfrm>
          <a:prstGeom prst="rect">
            <a:avLst/>
          </a:prstGeom>
          <a:ln w="0">
            <a:noFill/>
          </a:ln>
        </p:spPr>
      </p:pic>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1097280" y="286560"/>
            <a:ext cx="10058040" cy="1450440"/>
          </a:xfrm>
          <a:prstGeom prst="rect">
            <a:avLst/>
          </a:prstGeom>
          <a:noFill/>
          <a:ln w="0">
            <a:noFill/>
          </a:ln>
        </p:spPr>
        <p:txBody>
          <a:bodyPr lIns="91440" rIns="91440" tIns="45720" bIns="45720" anchor="b">
            <a:normAutofit/>
          </a:bodyPr>
          <a:p>
            <a:pPr indent="0" defTabSz="914400">
              <a:lnSpc>
                <a:spcPct val="85000"/>
              </a:lnSpc>
              <a:buNone/>
            </a:pPr>
            <a:r>
              <a:rPr b="0" lang="en-US" sz="4800" spc="-52" strike="noStrike">
                <a:solidFill>
                  <a:schemeClr val="dk1">
                    <a:lumMod val="75000"/>
                    <a:lumOff val="25000"/>
                  </a:schemeClr>
                </a:solidFill>
                <a:latin typeface="Calibri Light"/>
              </a:rPr>
              <a:t>Git - </a:t>
            </a:r>
            <a:r>
              <a:rPr b="0" lang="ru-RU" sz="4800" spc="-52" strike="noStrike">
                <a:solidFill>
                  <a:schemeClr val="dk1">
                    <a:lumMod val="75000"/>
                    <a:lumOff val="25000"/>
                  </a:schemeClr>
                </a:solidFill>
                <a:latin typeface="Calibri Light"/>
              </a:rPr>
              <a:t>Рекомендации</a:t>
            </a:r>
            <a:endParaRPr b="0" lang="en-US" sz="4800" spc="-1" strike="noStrike">
              <a:solidFill>
                <a:schemeClr val="dk1"/>
              </a:solidFill>
              <a:latin typeface="Calibri"/>
            </a:endParaRPr>
          </a:p>
        </p:txBody>
      </p:sp>
      <p:sp>
        <p:nvSpPr>
          <p:cNvPr id="360" name="PlaceHolder 2"/>
          <p:cNvSpPr>
            <a:spLocks noGrp="1"/>
          </p:cNvSpPr>
          <p:nvPr>
            <p:ph/>
          </p:nvPr>
        </p:nvSpPr>
        <p:spPr>
          <a:xfrm>
            <a:off x="190440" y="1845720"/>
            <a:ext cx="11194200" cy="4326120"/>
          </a:xfrm>
          <a:prstGeom prst="rect">
            <a:avLst/>
          </a:prstGeom>
          <a:noFill/>
          <a:ln w="0">
            <a:noFill/>
          </a:ln>
        </p:spPr>
        <p:txBody>
          <a:bodyPr lIns="0" rIns="0" tIns="45720" bIns="45720" anchor="t">
            <a:noAutofit/>
          </a:bodyPr>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Хорошие манеры:</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rPr>
              <a:t>● </a:t>
            </a:r>
            <a:r>
              <a:rPr b="0" lang="ru-RU" sz="3200" spc="-1" strike="noStrike">
                <a:solidFill>
                  <a:srgbClr val="000000"/>
                </a:solidFill>
                <a:latin typeface="Courier New"/>
                <a:ea typeface="Times New Roman"/>
              </a:rPr>
              <a:t>commit </a:t>
            </a:r>
            <a:r>
              <a:rPr b="0" lang="ru-RU" sz="3200" spc="-1" strike="noStrike">
                <a:solidFill>
                  <a:schemeClr val="dk1">
                    <a:lumMod val="75000"/>
                    <a:lumOff val="25000"/>
                  </a:schemeClr>
                </a:solidFill>
                <a:latin typeface="Calibri"/>
                <a:ea typeface="Times New Roman"/>
              </a:rPr>
              <a:t>понятные и цельные изменения</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ea typeface="Times New Roman"/>
              </a:rPr>
              <a:t>● </a:t>
            </a:r>
            <a:r>
              <a:rPr b="0" lang="ru-RU" sz="3200" spc="-1" strike="noStrike">
                <a:solidFill>
                  <a:srgbClr val="000000"/>
                </a:solidFill>
                <a:latin typeface="Courier New"/>
                <a:ea typeface="Times New Roman"/>
              </a:rPr>
              <a:t>commit </a:t>
            </a:r>
            <a:r>
              <a:rPr b="0" lang="ru-RU" sz="3200" spc="-1" strike="noStrike">
                <a:solidFill>
                  <a:schemeClr val="dk1">
                    <a:lumMod val="75000"/>
                    <a:lumOff val="25000"/>
                  </a:schemeClr>
                </a:solidFill>
                <a:latin typeface="Calibri"/>
                <a:ea typeface="Times New Roman"/>
              </a:rPr>
              <a:t>чаще, но не </a:t>
            </a:r>
            <a:r>
              <a:rPr b="0" lang="ru-RU" sz="3200" spc="-1" strike="noStrike">
                <a:solidFill>
                  <a:srgbClr val="000000"/>
                </a:solidFill>
                <a:latin typeface="Courier New"/>
                <a:ea typeface="Times New Roman"/>
              </a:rPr>
              <a:t>commit </a:t>
            </a:r>
            <a:r>
              <a:rPr b="0" lang="ru-RU" sz="3200" spc="-1" strike="noStrike">
                <a:solidFill>
                  <a:schemeClr val="dk1">
                    <a:lumMod val="75000"/>
                    <a:lumOff val="25000"/>
                  </a:schemeClr>
                </a:solidFill>
                <a:latin typeface="Calibri"/>
                <a:ea typeface="Times New Roman"/>
              </a:rPr>
              <a:t>недоделанную работу</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ea typeface="Times New Roman"/>
              </a:rPr>
              <a:t>● </a:t>
            </a:r>
            <a:r>
              <a:rPr b="0" lang="ru-RU" sz="3200" spc="-1" strike="noStrike">
                <a:solidFill>
                  <a:schemeClr val="dk1">
                    <a:lumMod val="75000"/>
                    <a:lumOff val="25000"/>
                  </a:schemeClr>
                </a:solidFill>
                <a:latin typeface="Calibri"/>
                <a:ea typeface="Times New Roman"/>
              </a:rPr>
              <a:t>тестируйте ваш код перед </a:t>
            </a:r>
            <a:r>
              <a:rPr b="0" lang="ru-RU" sz="3200" spc="-1" strike="noStrike">
                <a:solidFill>
                  <a:srgbClr val="000000"/>
                </a:solidFill>
                <a:latin typeface="Courier New"/>
                <a:ea typeface="Times New Roman"/>
              </a:rPr>
              <a:t>commit </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ea typeface="Times New Roman"/>
              </a:rPr>
              <a:t>● </a:t>
            </a:r>
            <a:r>
              <a:rPr b="0" lang="ru-RU" sz="3200" spc="-1" strike="noStrike">
                <a:solidFill>
                  <a:schemeClr val="dk1">
                    <a:lumMod val="75000"/>
                    <a:lumOff val="25000"/>
                  </a:schemeClr>
                </a:solidFill>
                <a:latin typeface="Calibri"/>
                <a:ea typeface="Times New Roman"/>
              </a:rPr>
              <a:t>пишите понятные сообщения к </a:t>
            </a:r>
            <a:r>
              <a:rPr b="0" lang="ru-RU" sz="3200" spc="-1" strike="noStrike">
                <a:solidFill>
                  <a:srgbClr val="000000"/>
                </a:solidFill>
                <a:latin typeface="Courier New"/>
                <a:ea typeface="Times New Roman"/>
              </a:rPr>
              <a:t>commit </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ea typeface="Times New Roman"/>
              </a:rPr>
              <a:t>● </a:t>
            </a:r>
            <a:r>
              <a:rPr b="0" lang="ru-RU" sz="3200" spc="-1" strike="noStrike">
                <a:solidFill>
                  <a:schemeClr val="dk1">
                    <a:lumMod val="75000"/>
                    <a:lumOff val="25000"/>
                  </a:schemeClr>
                </a:solidFill>
                <a:latin typeface="Calibri"/>
                <a:ea typeface="Times New Roman"/>
              </a:rPr>
              <a:t>используйте </a:t>
            </a:r>
            <a:r>
              <a:rPr b="0" lang="en-US" sz="3200" spc="-1" strike="noStrike">
                <a:solidFill>
                  <a:schemeClr val="dk1">
                    <a:lumMod val="75000"/>
                    <a:lumOff val="25000"/>
                  </a:schemeClr>
                </a:solidFill>
                <a:latin typeface="Calibri"/>
                <a:ea typeface="Times New Roman"/>
              </a:rPr>
              <a:t>git flow</a:t>
            </a:r>
            <a:endParaRPr b="0" lang="en-US" sz="3200" spc="-1" strike="noStrike">
              <a:solidFill>
                <a:schemeClr val="dk1">
                  <a:lumMod val="75000"/>
                  <a:lumOff val="25000"/>
                </a:schemeClr>
              </a:solidFill>
              <a:latin typeface="Calibri"/>
            </a:endParaRPr>
          </a:p>
          <a:p>
            <a:pPr marL="91440" indent="-91440" defTabSz="914400">
              <a:lnSpc>
                <a:spcPct val="90000"/>
              </a:lnSpc>
              <a:spcBef>
                <a:spcPts val="1199"/>
              </a:spcBef>
              <a:spcAft>
                <a:spcPts val="201"/>
              </a:spcAft>
              <a:buClr>
                <a:srgbClr val="1cade4"/>
              </a:buClr>
              <a:buFont typeface="Calibri"/>
              <a:buChar char=" "/>
            </a:pPr>
            <a:r>
              <a:rPr b="0" lang="ru-RU" sz="3200" spc="-1" strike="noStrike">
                <a:solidFill>
                  <a:schemeClr val="dk1">
                    <a:lumMod val="75000"/>
                    <a:lumOff val="25000"/>
                  </a:schemeClr>
                </a:solidFill>
                <a:latin typeface="Calibri"/>
                <a:ea typeface="Times New Roman"/>
              </a:rPr>
              <a:t>● </a:t>
            </a:r>
            <a:r>
              <a:rPr b="0" lang="ru-RU" sz="3200" spc="-1" strike="noStrike">
                <a:solidFill>
                  <a:schemeClr val="dk1">
                    <a:lumMod val="75000"/>
                    <a:lumOff val="25000"/>
                  </a:schemeClr>
                </a:solidFill>
                <a:latin typeface="Calibri"/>
                <a:ea typeface="Times New Roman"/>
              </a:rPr>
              <a:t>помечать релизы с помощью тегов (почитайте про semver)</a:t>
            </a:r>
            <a:endParaRPr b="0" lang="en-US" sz="32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endParaRPr b="0" lang="en-US" sz="2800" spc="-1" strike="noStrike">
              <a:solidFill>
                <a:schemeClr val="dk1">
                  <a:lumMod val="75000"/>
                  <a:lumOff val="25000"/>
                </a:schemeClr>
              </a:solidFill>
              <a:latin typeface="Calibri"/>
            </a:endParaRPr>
          </a:p>
          <a:p>
            <a:pPr indent="0" defTabSz="914400">
              <a:lnSpc>
                <a:spcPct val="90000"/>
              </a:lnSpc>
              <a:spcBef>
                <a:spcPts val="1199"/>
              </a:spcBef>
              <a:spcAft>
                <a:spcPts val="201"/>
              </a:spcAft>
              <a:buNone/>
              <a:tabLst>
                <a:tab algn="l" pos="0"/>
              </a:tabLst>
            </a:pPr>
            <a:endParaRPr b="0" lang="en-US" sz="2800" spc="-1" strike="noStrike">
              <a:solidFill>
                <a:schemeClr val="dk1">
                  <a:lumMod val="75000"/>
                  <a:lumOff val="25000"/>
                </a:schemeClr>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l="0" t="0" r="0" b="0"/>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l="0" t="0" r="0" b="0"/>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Retrospect</Template>
  <TotalTime>9673</TotalTime>
  <Application>LibreOffice/24.2.7.2$Linux_X86_64 LibreOffice_project/420$Build-2</Application>
  <AppVersion>15.0000</AppVersion>
  <Words>13675</Words>
  <Paragraphs>1251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2015-03-09T11:51:14Z</dcterms:created>
  <dc:creator>Zhvakina</dc:creator>
  <dc:description/>
  <dc:language>en-US</dc:language>
  <cp:lastModifiedBy/>
  <cp:lastPrinted>2016-01-26T13:20:45Z</cp:lastPrinted>
  <dcterms:modified xsi:type="dcterms:W3CDTF">2026-02-19T04:03:25Z</dcterms:modified>
  <cp:revision>641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83</vt:i4>
  </property>
  <property fmtid="{D5CDD505-2E9C-101B-9397-08002B2CF9AE}" pid="3" name="PresentationFormat">
    <vt:lpwstr>Широкоэкранный</vt:lpwstr>
  </property>
  <property fmtid="{D5CDD505-2E9C-101B-9397-08002B2CF9AE}" pid="4" name="Slides">
    <vt:i4>94</vt:i4>
  </property>
</Properties>
</file>